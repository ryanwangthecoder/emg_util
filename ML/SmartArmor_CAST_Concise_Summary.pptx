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E3230E1B.xml" ContentType="application/vnd.openxmlformats-officedocument.presentationml.slideMaster+xml"/>
  <Override PartName="/ppt/slides/slide_A01_FB6FAE58.xml" ContentType="application/vnd.openxmlformats-officedocument.presentationml.slide+xml"/>
  <Override PartName="/ppt/slides/slide_A02_8DE02779.xml" ContentType="application/vnd.openxmlformats-officedocument.presentationml.slide+xml"/>
  <Override PartName="/ppt/slides/slide_A03_4B1C8E4.xml" ContentType="application/vnd.openxmlformats-officedocument.presentationml.slide+xml"/>
  <Override PartName="/ppt/slides/slide_A04_DE7730AD.xml" ContentType="application/vnd.openxmlformats-officedocument.presentationml.slide+xml"/>
  <Override PartName="/ppt/slides/slide_A05_1EBA9588.xml" ContentType="application/vnd.openxmlformats-officedocument.presentationml.slide+xml"/>
  <Override PartName="/ppt/slides/slide_A06_42885D04.xml" ContentType="application/vnd.openxmlformats-officedocument.presentationml.slide+xml"/>
  <Override PartName="/ppt/slides/slide_A07_10519498.xml" ContentType="application/vnd.openxmlformats-officedocument.presentationml.slide+xml"/>
  <Override PartName="/ppt/slides/slide_A08_DB334512.xml" ContentType="application/vnd.openxmlformats-officedocument.presentationml.slide+xml"/>
  <Override PartName="/ppt/slides/slide_A09_F1BE4874.xml" ContentType="application/vnd.openxmlformats-officedocument.presentationml.slide+xml"/>
  <Override PartName="/ppt/slides/slide_A0A_FD54CFAE.xml" ContentType="application/vnd.openxmlformats-officedocument.presentationml.slide+xml"/>
  <Override PartName="/ppt/slides/slide_A0B_D8EBD7A7.xml" ContentType="application/vnd.openxmlformats-officedocument.presentationml.slide+xml"/>
  <Override PartName="/ppt/slides/slide_A0C_2C788A13.xml" ContentType="application/vnd.openxmlformats-officedocument.presentationml.slide+xml"/>
  <Override PartName="/ppt/slides/slide_A0D_EBEBDE3E.xml" ContentType="application/vnd.openxmlformats-officedocument.presentationml.slide+xml"/>
  <Override PartName="/ppt/notesMasters/notesMaster_0_917ECDFC.xml" ContentType="application/vnd.openxmlformats-officedocument.presentationml.notesMaster+xml"/>
  <Override PartName="/ppt/presProps.xml" ContentType="application/vnd.openxmlformats-officedocument.presentationml.presProps+xml"/>
  <Override PartName="/ppt/theme/theme_80000000_E3230E1B.xml" ContentType="application/vnd.openxmlformats-officedocument.theme+xml"/>
  <Override PartName="/ppt/tableStyles.xml" ContentType="application/vnd.openxmlformats-officedocument.presentationml.tableStyles+xml"/>
  <Override PartName="/ppt/slideLayouts/slideLayout_80000001_8EA2CD94.xml" ContentType="application/vnd.openxmlformats-officedocument.presentationml.slideLayout+xml"/>
  <Override PartName="/ppt/slideLayouts/slideLayout_80000002_38D1D6B9.xml" ContentType="application/vnd.openxmlformats-officedocument.presentationml.slideLayout+xml"/>
  <Override PartName="/ppt/slideLayouts/slideLayout_80000003_319071CE.xml" ContentType="application/vnd.openxmlformats-officedocument.presentationml.slideLayout+xml"/>
  <Override PartName="/ppt/slideLayouts/slideLayout_80000004_42A38236.xml" ContentType="application/vnd.openxmlformats-officedocument.presentationml.slideLayout+xml"/>
  <Override PartName="/ppt/slideLayouts/slideLayout_80000005_4BFA8DC7.xml" ContentType="application/vnd.openxmlformats-officedocument.presentationml.slideLayout+xml"/>
  <Override PartName="/ppt/slideLayouts/slideLayout_80000006_3EDEEF61.xml" ContentType="application/vnd.openxmlformats-officedocument.presentationml.slideLayout+xml"/>
  <Override PartName="/ppt/slideLayouts/slideLayout_80000007_C14181F6.xml" ContentType="application/vnd.openxmlformats-officedocument.presentationml.slideLayout+xml"/>
  <Override PartName="/ppt/slideLayouts/slideLayout_80000008_E87F7843.xml" ContentType="application/vnd.openxmlformats-officedocument.presentationml.slideLayout+xml"/>
  <Override PartName="/ppt/slideLayouts/slideLayout_80000009_EC37BA08.xml" ContentType="application/vnd.openxmlformats-officedocument.presentationml.slideLayout+xml"/>
  <Override PartName="/ppt/slideLayouts/slideLayout_8000000A_5AE21EFD.xml" ContentType="application/vnd.openxmlformats-officedocument.presentationml.slideLayout+xml"/>
  <Override PartName="/ppt/slideLayouts/slideLayout_8000000B_4078BD9D.xml" ContentType="application/vnd.openxmlformats-officedocument.presentationml.slideLayout+xml"/>
  <Override PartName="/ppt/slideLayouts/slideLayout_80000018_BE3B178.xml" ContentType="application/vnd.openxmlformats-officedocument.presentationml.slideLayout+xml"/>
  <Override PartName="/ppt/slideLayouts/slideLayout_80000019_7F63D960.xml" ContentType="application/vnd.openxmlformats-officedocument.presentationml.slideLayout+xml"/>
  <Override PartName="/ppt/slideLayouts/slideLayout_8000001A_D52889A.xml" ContentType="application/vnd.openxmlformats-officedocument.presentationml.slideLayout+xml"/>
  <Override PartName="/ppt/slideLayouts/slideLayout_8000001B_66F4CC84.xml" ContentType="application/vnd.openxmlformats-officedocument.presentationml.slideLayout+xml"/>
  <Override PartName="/ppt/slideLayouts/slideLayout_8000001C_2579289A.xml" ContentType="application/vnd.openxmlformats-officedocument.presentationml.slideLayout+xml"/>
  <Override PartName="/ppt/slideLayouts/slideLayout_8000001D_B888093B.xml" ContentType="application/vnd.openxmlformats-officedocument.presentationml.slideLayout+xml"/>
  <Override PartName="/ppt/slideLayouts/slideLayout_8000001E_12167DAD.xml" ContentType="application/vnd.openxmlformats-officedocument.presentationml.slideLayout+xml"/>
  <Override PartName="/ppt/slideLayouts/slideLayout_8000001F_443D7C39.xml" ContentType="application/vnd.openxmlformats-officedocument.presentationml.slideLayout+xml"/>
  <Override PartName="/ppt/slideLayouts/slideLayout_80000020_5E4DACFF.xml" ContentType="application/vnd.openxmlformats-officedocument.presentationml.slideLayout+xml"/>
  <Override PartName="/ppt/slideLayouts/slideLayout_80000021_A8EF29B5.xml" ContentType="application/vnd.openxmlformats-officedocument.presentationml.slideLayout+xml"/>
  <Override PartName="/ppt/slideLayouts/slideLayout_80000022_CEA08950.xml" ContentType="application/vnd.openxmlformats-officedocument.presentationml.slideLayout+xml"/>
  <Override PartName="/ppt/slideLayouts/slideLayout_80000023_752451CE.xml" ContentType="application/vnd.openxmlformats-officedocument.presentationml.slideLayout+xml"/>
  <Override PartName="/ppt/slideLayouts/slideLayout_80000024_3C7D6934.xml" ContentType="application/vnd.openxmlformats-officedocument.presentationml.slideLayout+xml"/>
  <Override PartName="/ppt/slideLayouts/slideLayout_80000025_4E092B6D.xml" ContentType="application/vnd.openxmlformats-officedocument.presentationml.slideLayout+xml"/>
  <Override PartName="/ppt/slideLayouts/slideLayout_80000026_D0C3D3F2.xml" ContentType="application/vnd.openxmlformats-officedocument.presentationml.slideLayout+xml"/>
  <Override PartName="/ppt/slideLayouts/slideLayout_80000027_DB2605EC.xml" ContentType="application/vnd.openxmlformats-officedocument.presentationml.slideLayout+xml"/>
  <Override PartName="/ppt/slideLayouts/slideLayout_80000028_EB26998.xml" ContentType="application/vnd.openxmlformats-officedocument.presentationml.slideLayout+xml"/>
  <Override PartName="/ppt/slideLayouts/slideLayout_80000029_A687C6CE.xml" ContentType="application/vnd.openxmlformats-officedocument.presentationml.slideLayout+xml"/>
  <Override PartName="/ppt/slideLayouts/slideLayout_8000002A_F81DAD61.xml" ContentType="application/vnd.openxmlformats-officedocument.presentationml.slideLayout+xml"/>
  <Override PartName="/ppt/slideLayouts/slideLayout_8000002B_3137039C.xml" ContentType="application/vnd.openxmlformats-officedocument.presentationml.slideLayout+xml"/>
  <Override PartName="/ppt/slideLayouts/slideLayout_8000002C_C16416A6.xml" ContentType="application/vnd.openxmlformats-officedocument.presentationml.slideLayout+xml"/>
  <Override PartName="/ppt/slideLayouts/slideLayout_8000002D_3F59CCE9.xml" ContentType="application/vnd.openxmlformats-officedocument.presentationml.slideLayout+xml"/>
  <Override PartName="/ppt/slideLayouts/slideLayout_8000002E_D1A2725D.xml" ContentType="application/vnd.openxmlformats-officedocument.presentationml.slideLayout+xml"/>
  <Override PartName="/ppt/slideLayouts/slideLayout_8000002F_12D59F87.xml" ContentType="application/vnd.openxmlformats-officedocument.presentationml.slideLayout+xml"/>
  <Override PartName="/ppt/slideLayouts/slideLayout_80000030_E2FB57.xml" ContentType="application/vnd.openxmlformats-officedocument.presentationml.slideLayout+xml"/>
  <Override PartName="/ppt/slideLayouts/slideLayout_80000031_930B58EC.xml" ContentType="application/vnd.openxmlformats-officedocument.presentationml.slideLayout+xml"/>
  <Override PartName="/ppt/slideLayouts/slideLayout_80000032_42298794.xml" ContentType="application/vnd.openxmlformats-officedocument.presentationml.slideLayout+xml"/>
  <Override PartName="/ppt/slideLayouts/slideLayout_80000033_6C4A9087.xml" ContentType="application/vnd.openxmlformats-officedocument.presentationml.slideLayout+xml"/>
  <Override PartName="/ppt/slideLayouts/slideLayout_80000034_CB05F17D.xml" ContentType="application/vnd.openxmlformats-officedocument.presentationml.slideLayout+xml"/>
  <Override PartName="/ppt/slideLayouts/slideLayout_80000035_4BB35E3F.xml" ContentType="application/vnd.openxmlformats-officedocument.presentationml.slideLayout+xml"/>
  <Override PartName="/ppt/slideLayouts/slideLayout_80000036_EEEAED53.xml" ContentType="application/vnd.openxmlformats-officedocument.presentationml.slideLayout+xml"/>
  <Override PartName="/ppt/slideLayouts/slideLayout_80000037_14A2BD87.xml" ContentType="application/vnd.openxmlformats-officedocument.presentationml.slideLayout+xml"/>
  <Override PartName="/ppt/slideLayouts/slideLayout_80000038_7F463B5C.xml" ContentType="application/vnd.openxmlformats-officedocument.presentationml.slideLayout+xml"/>
  <Override PartName="/ppt/slideLayouts/slideLayout_80000039_ECDAE002.xml" ContentType="application/vnd.openxmlformats-officedocument.presentationml.slideLayout+xml"/>
  <Override PartName="/ppt/slideLayouts/slideLayout_8000003A_EA96992A.xml" ContentType="application/vnd.openxmlformats-officedocument.presentationml.slideLayout+xml"/>
  <Override PartName="/ppt/slideLayouts/slideLayout_8000003B_85B07A76.xml" ContentType="application/vnd.openxmlformats-officedocument.presentationml.slideLayout+xml"/>
  <Override PartName="/ppt/slideLayouts/slideLayout_8000003C_8F51C09F.xml" ContentType="application/vnd.openxmlformats-officedocument.presentationml.slideLayout+xml"/>
  <Override PartName="/ppt/slideLayouts/slideLayout_8000003D_AAA4E36B.xml" ContentType="application/vnd.openxmlformats-officedocument.presentationml.slideLayout+xml"/>
  <Override PartName="/ppt/slideLayouts/slideLayout_8000003E_B65C0F50.xml" ContentType="application/vnd.openxmlformats-officedocument.presentationml.slideLayout+xml"/>
  <Override PartName="/ppt/slideLayouts/slideLayout_8000003F_9273C91C.xml" ContentType="application/vnd.openxmlformats-officedocument.presentationml.slideLayout+xml"/>
  <Override PartName="/ppt/slideLayouts/slideLayout_80000040_20080A0B.xml" ContentType="application/vnd.openxmlformats-officedocument.presentationml.slideLayout+xml"/>
  <Override PartName="/ppt/slideLayouts/slideLayout_80000041_54DCD3A6.xml" ContentType="application/vnd.openxmlformats-officedocument.presentationml.slideLayout+xml"/>
  <Override PartName="/ppt/slideLayouts/slideLayout_80000042_7C288A0A.xml" ContentType="application/vnd.openxmlformats-officedocument.presentationml.slideLayout+xml"/>
  <Override PartName="/ppt/slideLayouts/slideLayout_80000043_9E92C2EF.xml" ContentType="application/vnd.openxmlformats-officedocument.presentationml.slideLayout+xml"/>
  <Override PartName="/ppt/slideLayouts/slideLayout_80000044_C335E22B.xml" ContentType="application/vnd.openxmlformats-officedocument.presentationml.slideLayout+xml"/>
  <Override PartName="/ppt/slideLayouts/slideLayout_80000045_F47BA29C.xml" ContentType="application/vnd.openxmlformats-officedocument.presentationml.slideLayout+xml"/>
  <Override PartName="/ppt/slideLayouts/slideLayout_80000046_23B75CD.xml" ContentType="application/vnd.openxmlformats-officedocument.presentationml.slideLayout+xml"/>
  <Override PartName="/ppt/slideLayouts/slideLayout_80000047_8FEAEDBE.xml" ContentType="application/vnd.openxmlformats-officedocument.presentationml.slideLayout+xml"/>
  <Override PartName="/ppt/slideLayouts/slideLayout_80000048_CA8A1EE.xml" ContentType="application/vnd.openxmlformats-officedocument.presentationml.slideLayout+xml"/>
  <Override PartName="/ppt/slideLayouts/slideLayout_80000049_2EF2E8CB.xml" ContentType="application/vnd.openxmlformats-officedocument.presentationml.slideLayout+xml"/>
  <Override PartName="/ppt/slideLayouts/slideLayout_8000004A_7C095A78.xml" ContentType="application/vnd.openxmlformats-officedocument.presentationml.slideLayout+xml"/>
  <Override PartName="/ppt/theme/theme_0_917ECDFC.xml" ContentType="application/vnd.openxmlformats-officedocument.theme+xml"/>
  <Override PartName="/ppt/notesSlides/notesSlide_A01_FB6FAE58.xml" ContentType="application/vnd.openxmlformats-officedocument.presentationml.notesSlide+xml"/>
  <Override PartName="/ppt/notesSlides/notesSlide_A02_8DE02779.xml" ContentType="application/vnd.openxmlformats-officedocument.presentationml.notesSlide+xml"/>
  <Override PartName="/ppt/notesSlides/notesSlide_A03_4B1C8E4.xml" ContentType="application/vnd.openxmlformats-officedocument.presentationml.notesSlide+xml"/>
  <Override PartName="/ppt/notesSlides/notesSlide_A04_DE7730AD.xml" ContentType="application/vnd.openxmlformats-officedocument.presentationml.notesSlide+xml"/>
  <Override PartName="/ppt/notesSlides/notesSlide_A05_1EBA9588.xml" ContentType="application/vnd.openxmlformats-officedocument.presentationml.notesSlide+xml"/>
  <Override PartName="/ppt/notesSlides/notesSlide_A06_42885D04.xml" ContentType="application/vnd.openxmlformats-officedocument.presentationml.notesSlide+xml"/>
  <Override PartName="/ppt/diagrams/data_A06_42885D04.xml" ContentType="application/vnd.openxmlformats-officedocument.drawingml.diagramData+xml"/>
  <Override PartName="/ppt/diagrams/layout_A06_42885D04.xml" ContentType="application/vnd.openxmlformats-officedocument.drawingml.diagramLayout+xml"/>
  <Override PartName="/ppt/diagrams/quickStyle_A06_42885D04.xml" ContentType="application/vnd.openxmlformats-officedocument.drawingml.diagramStyle+xml"/>
  <Override PartName="/ppt/diagrams/colors_A06_42885D04.xml" ContentType="application/vnd.openxmlformats-officedocument.drawingml.diagramColors+xml"/>
  <Override PartName="/ppt/diagrams/drawing_A06_42885D04.xml" ContentType="application/vnd.ms-office.drawingml.diagramDrawing+xml"/>
  <Override PartName="/ppt/notesSlides/notesSlide_A07_10519498.xml" ContentType="application/vnd.openxmlformats-officedocument.presentationml.notesSlide+xml"/>
  <Override PartName="/ppt/notesSlides/notesSlide_A08_DB334512.xml" ContentType="application/vnd.openxmlformats-officedocument.presentationml.notesSlide+xml"/>
  <Override PartName="/ppt/notesSlides/notesSlide_A09_F1BE4874.xml" ContentType="application/vnd.openxmlformats-officedocument.presentationml.notesSlide+xml"/>
  <Override PartName="/ppt/notesSlides/notesSlide_A0A_FD54CFAE.xml" ContentType="application/vnd.openxmlformats-officedocument.presentationml.notesSlide+xml"/>
  <Override PartName="/ppt/notesSlides/notesSlide_A0B_D8EBD7A7.xml" ContentType="application/vnd.openxmlformats-officedocument.presentationml.notesSlide+xml"/>
  <Override PartName="/ppt/notesSlides/notesSlide_A0C_2C788A13.xml" ContentType="application/vnd.openxmlformats-officedocument.presentationml.notesSlide+xml"/>
  <Override PartName="/ppt/notesSlides/notesSlide_A0D_EBEBDE3E.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martArmor: Concise Research Summary" id="{F5D6795A-4F1F-4572-B8A9-80D05A6FAB27}">
          <p14:sldIdLst>
            <p14:sldId id="2561"/>
          </p14:sldIdLst>
        </p14:section>
        <p14:section name="SmartArmor: Concise Research Summary" id="{940B2F34-2E47-475E-81FA-13EA3268A1C6}">
          <p14:sldIdLst>
            <p14:sldId id="2562"/>
            <p14:sldId id="2563"/>
            <p14:sldId id="2564"/>
            <p14:sldId id="2565"/>
            <p14:sldId id="2566"/>
            <p14:sldId id="2567"/>
            <p14:sldId id="2568"/>
            <p14:sldId id="2569"/>
            <p14:sldId id="2570"/>
            <p14:sldId id="2571"/>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10519498.xml"/><Relationship Id="rId13" Type="http://schemas.openxmlformats.org/officeDocument/2006/relationships/slide" Target="slides/slide_A0C_2C788A13.xml"/><Relationship Id="rId18" Type="http://schemas.openxmlformats.org/officeDocument/2006/relationships/tableStyles" Target="tableStyles.xml"/><Relationship Id="rId3" Type="http://schemas.openxmlformats.org/officeDocument/2006/relationships/slide" Target="slides/slide_A02_8DE02779.xml"/><Relationship Id="rId7" Type="http://schemas.openxmlformats.org/officeDocument/2006/relationships/slide" Target="slides/slide_A06_42885D04.xml"/><Relationship Id="rId12" Type="http://schemas.openxmlformats.org/officeDocument/2006/relationships/slide" Target="slides/slide_A0B_D8EBD7A7.xml"/><Relationship Id="rId17" Type="http://schemas.openxmlformats.org/officeDocument/2006/relationships/theme" Target="theme/theme_80000000_E3230E1B.xml"/><Relationship Id="rId2" Type="http://schemas.openxmlformats.org/officeDocument/2006/relationships/slide" Target="slides/slide_A01_FB6FAE58.xml"/><Relationship Id="rId16" Type="http://schemas.openxmlformats.org/officeDocument/2006/relationships/presProps" Target="presProps.xml"/><Relationship Id="rId1" Type="http://schemas.openxmlformats.org/officeDocument/2006/relationships/slideMaster" Target="slideMasters/slideMaster_80000000_E3230E1B.xml"/><Relationship Id="rId6" Type="http://schemas.openxmlformats.org/officeDocument/2006/relationships/slide" Target="slides/slide_A05_1EBA9588.xml"/><Relationship Id="rId11" Type="http://schemas.openxmlformats.org/officeDocument/2006/relationships/slide" Target="slides/slide_A0A_FD54CFAE.xml"/><Relationship Id="rId5" Type="http://schemas.openxmlformats.org/officeDocument/2006/relationships/slide" Target="slides/slide_A04_DE7730AD.xml"/><Relationship Id="rId15" Type="http://schemas.openxmlformats.org/officeDocument/2006/relationships/notesMaster" Target="notesMasters/notesMaster_0_917ECDFC.xml"/><Relationship Id="rId10" Type="http://schemas.openxmlformats.org/officeDocument/2006/relationships/slide" Target="slides/slide_A09_F1BE4874.xml"/><Relationship Id="rId4" Type="http://schemas.openxmlformats.org/officeDocument/2006/relationships/slide" Target="slides/slide_A03_4B1C8E4.xml"/><Relationship Id="rId9" Type="http://schemas.openxmlformats.org/officeDocument/2006/relationships/slide" Target="slides/slide_A08_DB334512.xml"/><Relationship Id="rId14" Type="http://schemas.openxmlformats.org/officeDocument/2006/relationships/slide" Target="slides/slide_A0D_EBEBDE3E.xml"/></Relationships>
</file>

<file path=ppt/diagrams/_rels/data_A06_42885D04.xml.rels><?xml version="1.0" encoding="UTF-8" standalone="yes"?>
<Relationships xmlns="http://schemas.openxmlformats.org/package/2006/relationships"><Relationship Id="rId3" Type="http://schemas.openxmlformats.org/officeDocument/2006/relationships/image" Target="../media/image_8FD67775.jpeg"/><Relationship Id="rId2" Type="http://schemas.openxmlformats.org/officeDocument/2006/relationships/image" Target="../media/image_64F5EBE5.jpeg"/><Relationship Id="rId1" Type="http://schemas.openxmlformats.org/officeDocument/2006/relationships/image" Target="../media/image_E250F04E.jpeg"/></Relationships>
</file>

<file path=ppt/diagrams/_rels/drawing_A06_42885D04.xml.rels><?xml version="1.0" encoding="UTF-8" standalone="yes"?>
<Relationships xmlns="http://schemas.openxmlformats.org/package/2006/relationships"><Relationship Id="rId3" Type="http://schemas.openxmlformats.org/officeDocument/2006/relationships/image" Target="../media/image_8FD67775.jpeg"/><Relationship Id="rId2" Type="http://schemas.openxmlformats.org/officeDocument/2006/relationships/image" Target="../media/image_64F5EBE5.jpeg"/><Relationship Id="rId1" Type="http://schemas.openxmlformats.org/officeDocument/2006/relationships/image" Target="../media/image_E250F04E.jpeg"/></Relationships>
</file>

<file path=ppt/diagrams/colors_A06_42885D0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_A06_42885D04.xml><?xml version="1.0" encoding="utf-8"?>
<dgm:dataModel xmlns:dgm="http://schemas.openxmlformats.org/drawingml/2006/diagram" xmlns:a="http://schemas.openxmlformats.org/drawingml/2006/main">
  <dgm:ptLst>
    <dgm:pt modelId="{FF20B682-0011-4159-A80F-4A28677E5FD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C357734D-FBC7-4528-8885-A2B17AB1F035}">
      <dgm:prSet/>
      <dgm:spPr/>
      <dgm:t>
        <a:bodyPr/>
        <a:lstStyle/>
        <a:p>
          <a:pPr>
            <a:lnSpc>
              <a:spcPct val="100000"/>
            </a:lnSpc>
            <a:defRPr b="1"/>
          </a:pPr>
          <a:r>
            <a:rPr lang="en-US"/>
            <a:t>EMG Signal Preprocessing</a:t>
          </a:r>
        </a:p>
      </dgm:t>
    </dgm:pt>
    <dgm:pt modelId="{9313A798-9BC6-40B9-9E15-8A120EF674D9}" type="parTrans" cxnId="{5B102C57-8B78-4F0D-A153-95AC9DE4F228}">
      <dgm:prSet/>
      <dgm:spPr/>
      <dgm:t>
        <a:bodyPr/>
        <a:lstStyle/>
        <a:p>
          <a:endParaRPr lang="en-US"/>
        </a:p>
      </dgm:t>
    </dgm:pt>
    <dgm:pt modelId="{379F24F0-74B9-4203-94FF-8CEEC843BB4C}" type="sibTrans" cxnId="{5B102C57-8B78-4F0D-A153-95AC9DE4F228}">
      <dgm:prSet/>
      <dgm:spPr/>
      <dgm:t>
        <a:bodyPr/>
        <a:lstStyle/>
        <a:p>
          <a:pPr>
            <a:lnSpc>
              <a:spcPct val="100000"/>
            </a:lnSpc>
            <a:defRPr b="1"/>
          </a:pPr>
          <a:endParaRPr lang="en-US"/>
        </a:p>
      </dgm:t>
    </dgm:pt>
    <dgm:pt modelId="{763833BE-866E-49DE-90B0-4DFD1C922805}">
      <dgm:prSet/>
      <dgm:spPr/>
      <dgm:t>
        <a:bodyPr/>
        <a:lstStyle/>
        <a:p>
          <a:pPr>
            <a:lnSpc>
              <a:spcPct val="100000"/>
            </a:lnSpc>
          </a:pPr>
          <a:r>
            <a:rPr lang="en-US"/>
            <a:t>Bandpass and notch filtering isolate physiological EMG signals and reduce interference for accurate muscle activity capture.</a:t>
          </a:r>
        </a:p>
      </dgm:t>
    </dgm:pt>
    <dgm:pt modelId="{0B0D0214-F72D-427D-9530-D42A9438E631}" type="parTrans" cxnId="{83F00989-63B9-4063-BB13-AA816FEBF501}">
      <dgm:prSet/>
      <dgm:spPr/>
      <dgm:t>
        <a:bodyPr/>
        <a:lstStyle/>
        <a:p>
          <a:endParaRPr lang="en-US"/>
        </a:p>
      </dgm:t>
    </dgm:pt>
    <dgm:pt modelId="{774736EE-DB4F-4013-A45D-B2E190684717}" type="sibTrans" cxnId="{83F00989-63B9-4063-BB13-AA816FEBF501}">
      <dgm:prSet/>
      <dgm:spPr/>
      <dgm:t>
        <a:bodyPr/>
        <a:lstStyle/>
        <a:p>
          <a:endParaRPr lang="en-US"/>
        </a:p>
      </dgm:t>
    </dgm:pt>
    <dgm:pt modelId="{9792A479-3B36-470E-BB29-EA1BEC6195F9}">
      <dgm:prSet/>
      <dgm:spPr/>
      <dgm:t>
        <a:bodyPr/>
        <a:lstStyle/>
        <a:p>
          <a:pPr>
            <a:lnSpc>
              <a:spcPct val="100000"/>
            </a:lnSpc>
            <a:defRPr b="1"/>
          </a:pPr>
          <a:r>
            <a:rPr lang="en-US"/>
            <a:t>IMU-Based Swing Detection</a:t>
          </a:r>
        </a:p>
      </dgm:t>
    </dgm:pt>
    <dgm:pt modelId="{F8F30FD1-BBFD-4B74-82E3-4150DA6BAE17}" type="parTrans" cxnId="{87418B2E-9DB7-4B35-A78E-240F0CD4E47D}">
      <dgm:prSet/>
      <dgm:spPr/>
      <dgm:t>
        <a:bodyPr/>
        <a:lstStyle/>
        <a:p>
          <a:endParaRPr lang="en-US"/>
        </a:p>
      </dgm:t>
    </dgm:pt>
    <dgm:pt modelId="{209C309F-A585-4176-BB15-6C5BD01B7755}" type="sibTrans" cxnId="{87418B2E-9DB7-4B35-A78E-240F0CD4E47D}">
      <dgm:prSet/>
      <dgm:spPr/>
      <dgm:t>
        <a:bodyPr/>
        <a:lstStyle/>
        <a:p>
          <a:pPr>
            <a:lnSpc>
              <a:spcPct val="100000"/>
            </a:lnSpc>
            <a:defRPr b="1"/>
          </a:pPr>
          <a:endParaRPr lang="en-US"/>
        </a:p>
      </dgm:t>
    </dgm:pt>
    <dgm:pt modelId="{2271E70A-0D86-4A8C-B45B-E0350179686F}">
      <dgm:prSet/>
      <dgm:spPr/>
      <dgm:t>
        <a:bodyPr/>
        <a:lstStyle/>
        <a:p>
          <a:pPr>
            <a:lnSpc>
              <a:spcPct val="100000"/>
            </a:lnSpc>
          </a:pPr>
          <a:r>
            <a:rPr lang="en-US"/>
            <a:t>Gyroscope magnitude peak detection identifies discrete high-speed tennis swings to segment meaningful analysis windows.</a:t>
          </a:r>
        </a:p>
      </dgm:t>
    </dgm:pt>
    <dgm:pt modelId="{C336E7BF-1677-434C-BA4A-C42039DFAE2F}" type="parTrans" cxnId="{B845042B-1B06-44BC-A95A-5700BFDFC40A}">
      <dgm:prSet/>
      <dgm:spPr/>
      <dgm:t>
        <a:bodyPr/>
        <a:lstStyle/>
        <a:p>
          <a:endParaRPr lang="en-US"/>
        </a:p>
      </dgm:t>
    </dgm:pt>
    <dgm:pt modelId="{F00056D3-BC57-421F-A46B-8DDFE7F46A74}" type="sibTrans" cxnId="{B845042B-1B06-44BC-A95A-5700BFDFC40A}">
      <dgm:prSet/>
      <dgm:spPr/>
      <dgm:t>
        <a:bodyPr/>
        <a:lstStyle/>
        <a:p>
          <a:endParaRPr lang="en-US"/>
        </a:p>
      </dgm:t>
    </dgm:pt>
    <dgm:pt modelId="{D4E09C95-47E9-4F95-B68D-07A00359399B}">
      <dgm:prSet/>
      <dgm:spPr/>
      <dgm:t>
        <a:bodyPr/>
        <a:lstStyle/>
        <a:p>
          <a:pPr>
            <a:lnSpc>
              <a:spcPct val="100000"/>
            </a:lnSpc>
            <a:defRPr b="1"/>
          </a:pPr>
          <a:r>
            <a:rPr lang="en-US"/>
            <a:t>Quality Control Scoring</a:t>
          </a:r>
        </a:p>
      </dgm:t>
    </dgm:pt>
    <dgm:pt modelId="{9B6FE7C2-F558-48E1-9EB9-CDDBFE86E8E5}" type="parTrans" cxnId="{F8CC68CC-450C-4C37-9B02-F4AF7F58B25F}">
      <dgm:prSet/>
      <dgm:spPr/>
      <dgm:t>
        <a:bodyPr/>
        <a:lstStyle/>
        <a:p>
          <a:endParaRPr lang="en-US"/>
        </a:p>
      </dgm:t>
    </dgm:pt>
    <dgm:pt modelId="{E0F34929-E0B5-4D58-9A49-71D9CA6F408A}" type="sibTrans" cxnId="{F8CC68CC-450C-4C37-9B02-F4AF7F58B25F}">
      <dgm:prSet/>
      <dgm:spPr/>
      <dgm:t>
        <a:bodyPr/>
        <a:lstStyle/>
        <a:p>
          <a:endParaRPr lang="en-US"/>
        </a:p>
      </dgm:t>
    </dgm:pt>
    <dgm:pt modelId="{24D18C8C-D96F-4DBC-9688-32E8D86AD397}">
      <dgm:prSet/>
      <dgm:spPr/>
      <dgm:t>
        <a:bodyPr/>
        <a:lstStyle/>
        <a:p>
          <a:pPr>
            <a:lnSpc>
              <a:spcPct val="100000"/>
            </a:lnSpc>
          </a:pPr>
          <a:r>
            <a:rPr lang="en-US"/>
            <a:t>Session data is quality scored to flag usable, questionable, or reject data, ensuring reliable AI training input.</a:t>
          </a:r>
        </a:p>
      </dgm:t>
    </dgm:pt>
    <dgm:pt modelId="{0279090C-2F2A-4618-9990-C69E6F799B63}" type="parTrans" cxnId="{5D8C1795-A6DB-4CBE-801C-7C088E247360}">
      <dgm:prSet/>
      <dgm:spPr/>
      <dgm:t>
        <a:bodyPr/>
        <a:lstStyle/>
        <a:p>
          <a:endParaRPr lang="en-US"/>
        </a:p>
      </dgm:t>
    </dgm:pt>
    <dgm:pt modelId="{66B02D99-50C4-42DD-B9B0-9A499710BE9F}" type="sibTrans" cxnId="{5D8C1795-A6DB-4CBE-801C-7C088E247360}">
      <dgm:prSet/>
      <dgm:spPr/>
      <dgm:t>
        <a:bodyPr/>
        <a:lstStyle/>
        <a:p>
          <a:endParaRPr lang="en-US"/>
        </a:p>
      </dgm:t>
    </dgm:pt>
    <dgm:pt modelId="{70AF601B-0771-42D8-84E0-1D09DF3816D6}" type="pres">
      <dgm:prSet presAssocID="{FF20B682-0011-4159-A80F-4A28677E5FDA}" presName="Root" presStyleCnt="0">
        <dgm:presLayoutVars>
          <dgm:dir/>
          <dgm:resizeHandles val="exact"/>
        </dgm:presLayoutVars>
      </dgm:prSet>
      <dgm:spPr/>
    </dgm:pt>
    <dgm:pt modelId="{CAA9D541-E13F-4D54-AEAD-D7CAEF0580FC}" type="pres">
      <dgm:prSet presAssocID="{C357734D-FBC7-4528-8885-A2B17AB1F035}" presName="Composite" presStyleCnt="0"/>
      <dgm:spPr/>
    </dgm:pt>
    <dgm:pt modelId="{87C1A3A5-2B44-46E9-A4AB-BF74839523AD}" type="pres">
      <dgm:prSet presAssocID="{C357734D-FBC7-4528-8885-A2B17AB1F03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070" r="9936" b="7"/>
          <a:stretch/>
        </a:blipFill>
      </dgm:spPr>
      <dgm:extLst>
        <a:ext uri="{E40237B7-FDA0-4F09-8148-C483321AD2D9}">
          <dgm14:cNvPr xmlns:dgm14="http://schemas.microsoft.com/office/drawing/2010/diagram" id="0" name="" descr="Chart on an oscilloscope"/>
        </a:ext>
      </dgm:extLst>
    </dgm:pt>
    <dgm:pt modelId="{C74F4813-ACB2-4045-8D0A-EDDC33742D23}" type="pres">
      <dgm:prSet presAssocID="{C357734D-FBC7-4528-8885-A2B17AB1F035}" presName="Subtitle" presStyleLbl="revTx" presStyleIdx="0" presStyleCnt="6">
        <dgm:presLayoutVars>
          <dgm:chMax val="0"/>
          <dgm:bulletEnabled/>
        </dgm:presLayoutVars>
      </dgm:prSet>
      <dgm:spPr/>
    </dgm:pt>
    <dgm:pt modelId="{84A3F569-036F-4537-B95E-DAD4B2C7425F}" type="pres">
      <dgm:prSet presAssocID="{C357734D-FBC7-4528-8885-A2B17AB1F035}" presName="Description" presStyleLbl="revTx" presStyleIdx="1" presStyleCnt="6">
        <dgm:presLayoutVars>
          <dgm:bulletEnabled/>
        </dgm:presLayoutVars>
      </dgm:prSet>
      <dgm:spPr/>
    </dgm:pt>
    <dgm:pt modelId="{8BB0D3D6-A5AF-44F4-8EC0-9C4E743BAFAB}" type="pres">
      <dgm:prSet presAssocID="{379F24F0-74B9-4203-94FF-8CEEC843BB4C}" presName="sibTrans" presStyleLbl="sibTrans2D1" presStyleIdx="0" presStyleCnt="0"/>
      <dgm:spPr/>
    </dgm:pt>
    <dgm:pt modelId="{F87CBE04-DBCC-4AAB-AB03-245C780E46FD}" type="pres">
      <dgm:prSet presAssocID="{9792A479-3B36-470E-BB29-EA1BEC6195F9}" presName="Composite" presStyleCnt="0"/>
      <dgm:spPr/>
    </dgm:pt>
    <dgm:pt modelId="{8521479A-50EA-4FD3-BF1F-333050570548}" type="pres">
      <dgm:prSet presAssocID="{9792A479-3B36-470E-BB29-EA1BEC6195F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0675" r="19077" b="4"/>
          <a:stretch/>
        </a:blipFill>
      </dgm:spPr>
      <dgm:extLst>
        <a:ext uri="{E40237B7-FDA0-4F09-8148-C483321AD2D9}">
          <dgm14:cNvPr xmlns:dgm14="http://schemas.microsoft.com/office/drawing/2010/diagram" id="0" name="" descr="Composite image of a tennis player serving"/>
        </a:ext>
      </dgm:extLst>
    </dgm:pt>
    <dgm:pt modelId="{611AEB16-E1BF-4064-9665-0A5C8398D64F}" type="pres">
      <dgm:prSet presAssocID="{9792A479-3B36-470E-BB29-EA1BEC6195F9}" presName="Subtitle" presStyleLbl="revTx" presStyleIdx="2" presStyleCnt="6">
        <dgm:presLayoutVars>
          <dgm:chMax val="0"/>
          <dgm:bulletEnabled/>
        </dgm:presLayoutVars>
      </dgm:prSet>
      <dgm:spPr/>
    </dgm:pt>
    <dgm:pt modelId="{DF251171-5BC3-4A8F-9515-BBFCE97EBD4E}" type="pres">
      <dgm:prSet presAssocID="{9792A479-3B36-470E-BB29-EA1BEC6195F9}" presName="Description" presStyleLbl="revTx" presStyleIdx="3" presStyleCnt="6">
        <dgm:presLayoutVars>
          <dgm:bulletEnabled/>
        </dgm:presLayoutVars>
      </dgm:prSet>
      <dgm:spPr/>
    </dgm:pt>
    <dgm:pt modelId="{DA995B3F-7DE0-45C1-9EE1-056DCAAF37D0}" type="pres">
      <dgm:prSet presAssocID="{209C309F-A585-4176-BB15-6C5BD01B7755}" presName="sibTrans" presStyleLbl="sibTrans2D1" presStyleIdx="0" presStyleCnt="0"/>
      <dgm:spPr/>
    </dgm:pt>
    <dgm:pt modelId="{5B1641BB-D468-4007-A59F-73F6568DA7D3}" type="pres">
      <dgm:prSet presAssocID="{D4E09C95-47E9-4F95-B68D-07A00359399B}" presName="Composite" presStyleCnt="0"/>
      <dgm:spPr/>
    </dgm:pt>
    <dgm:pt modelId="{D26CEE7C-0C91-4721-B757-A5B8D20F94A6}" type="pres">
      <dgm:prSet presAssocID="{D4E09C95-47E9-4F95-B68D-07A00359399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 r="-8" b="-7"/>
          <a:stretch/>
        </a:blipFill>
      </dgm:spPr>
      <dgm:extLst>
        <a:ext uri="{E40237B7-FDA0-4F09-8148-C483321AD2D9}">
          <dgm14:cNvPr xmlns:dgm14="http://schemas.microsoft.com/office/drawing/2010/diagram" id="0" name="" descr="http://teekid.com/istockphoto/banner/banner3.jpg"/>
        </a:ext>
      </dgm:extLst>
    </dgm:pt>
    <dgm:pt modelId="{10200243-6551-4FF2-B5F9-DA5DC11A3513}" type="pres">
      <dgm:prSet presAssocID="{D4E09C95-47E9-4F95-B68D-07A00359399B}" presName="Subtitle" presStyleLbl="revTx" presStyleIdx="4" presStyleCnt="6">
        <dgm:presLayoutVars>
          <dgm:chMax val="0"/>
          <dgm:bulletEnabled/>
        </dgm:presLayoutVars>
      </dgm:prSet>
      <dgm:spPr/>
    </dgm:pt>
    <dgm:pt modelId="{DC7604E8-4F39-4134-BB1C-65A768DF464C}" type="pres">
      <dgm:prSet presAssocID="{D4E09C95-47E9-4F95-B68D-07A00359399B}" presName="Description" presStyleLbl="revTx" presStyleIdx="5" presStyleCnt="6">
        <dgm:presLayoutVars>
          <dgm:bulletEnabled/>
        </dgm:presLayoutVars>
      </dgm:prSet>
      <dgm:spPr/>
    </dgm:pt>
  </dgm:ptLst>
  <dgm:cxnLst>
    <dgm:cxn modelId="{E32AE21F-B7AC-485F-8E1F-73D2AA344A34}" type="presOf" srcId="{2271E70A-0D86-4A8C-B45B-E0350179686F}" destId="{DF251171-5BC3-4A8F-9515-BBFCE97EBD4E}" srcOrd="0" destOrd="0" presId="urn:microsoft.com/office/officeart/2024/3/layout/verticalVisualTextBlock1"/>
    <dgm:cxn modelId="{B845042B-1B06-44BC-A95A-5700BFDFC40A}" srcId="{9792A479-3B36-470E-BB29-EA1BEC6195F9}" destId="{2271E70A-0D86-4A8C-B45B-E0350179686F}" srcOrd="0" destOrd="0" parTransId="{C336E7BF-1677-434C-BA4A-C42039DFAE2F}" sibTransId="{F00056D3-BC57-421F-A46B-8DDFE7F46A74}"/>
    <dgm:cxn modelId="{EE1B7C2B-6FC6-4B46-9B95-46B9D346FD72}" type="presOf" srcId="{9792A479-3B36-470E-BB29-EA1BEC6195F9}" destId="{611AEB16-E1BF-4064-9665-0A5C8398D64F}" srcOrd="0" destOrd="0" presId="urn:microsoft.com/office/officeart/2024/3/layout/verticalVisualTextBlock1"/>
    <dgm:cxn modelId="{87418B2E-9DB7-4B35-A78E-240F0CD4E47D}" srcId="{FF20B682-0011-4159-A80F-4A28677E5FDA}" destId="{9792A479-3B36-470E-BB29-EA1BEC6195F9}" srcOrd="1" destOrd="0" parTransId="{F8F30FD1-BBFD-4B74-82E3-4150DA6BAE17}" sibTransId="{209C309F-A585-4176-BB15-6C5BD01B7755}"/>
    <dgm:cxn modelId="{9CE99E40-A691-4AA6-897C-98A75FFAFF43}" type="presOf" srcId="{D4E09C95-47E9-4F95-B68D-07A00359399B}" destId="{10200243-6551-4FF2-B5F9-DA5DC11A3513}" srcOrd="0" destOrd="0" presId="urn:microsoft.com/office/officeart/2024/3/layout/verticalVisualTextBlock1"/>
    <dgm:cxn modelId="{17BD0449-15B4-4B79-AE3D-B7F0F5F1223A}" type="presOf" srcId="{FF20B682-0011-4159-A80F-4A28677E5FDA}" destId="{70AF601B-0771-42D8-84E0-1D09DF3816D6}" srcOrd="0" destOrd="0" presId="urn:microsoft.com/office/officeart/2024/3/layout/verticalVisualTextBlock1"/>
    <dgm:cxn modelId="{EF19A672-2624-426C-8995-43A02C0D1051}" type="presOf" srcId="{763833BE-866E-49DE-90B0-4DFD1C922805}" destId="{84A3F569-036F-4537-B95E-DAD4B2C7425F}" srcOrd="0" destOrd="0" presId="urn:microsoft.com/office/officeart/2024/3/layout/verticalVisualTextBlock1"/>
    <dgm:cxn modelId="{E7DAD953-8FB0-4E41-9E18-BB741D2DD43E}" type="presOf" srcId="{C357734D-FBC7-4528-8885-A2B17AB1F035}" destId="{C74F4813-ACB2-4045-8D0A-EDDC33742D23}" srcOrd="0" destOrd="0" presId="urn:microsoft.com/office/officeart/2024/3/layout/verticalVisualTextBlock1"/>
    <dgm:cxn modelId="{5B102C57-8B78-4F0D-A153-95AC9DE4F228}" srcId="{FF20B682-0011-4159-A80F-4A28677E5FDA}" destId="{C357734D-FBC7-4528-8885-A2B17AB1F035}" srcOrd="0" destOrd="0" parTransId="{9313A798-9BC6-40B9-9E15-8A120EF674D9}" sibTransId="{379F24F0-74B9-4203-94FF-8CEEC843BB4C}"/>
    <dgm:cxn modelId="{E3E8D87D-101C-4BD6-93EE-3EF6BDA39ADD}" type="presOf" srcId="{24D18C8C-D96F-4DBC-9688-32E8D86AD397}" destId="{DC7604E8-4F39-4134-BB1C-65A768DF464C}" srcOrd="0" destOrd="0" presId="urn:microsoft.com/office/officeart/2024/3/layout/verticalVisualTextBlock1"/>
    <dgm:cxn modelId="{83F00989-63B9-4063-BB13-AA816FEBF501}" srcId="{C357734D-FBC7-4528-8885-A2B17AB1F035}" destId="{763833BE-866E-49DE-90B0-4DFD1C922805}" srcOrd="0" destOrd="0" parTransId="{0B0D0214-F72D-427D-9530-D42A9438E631}" sibTransId="{774736EE-DB4F-4013-A45D-B2E190684717}"/>
    <dgm:cxn modelId="{0898B693-6394-4002-93EC-28F664D71644}" type="presOf" srcId="{209C309F-A585-4176-BB15-6C5BD01B7755}" destId="{DA995B3F-7DE0-45C1-9EE1-056DCAAF37D0}" srcOrd="0" destOrd="0" presId="urn:microsoft.com/office/officeart/2024/3/layout/verticalVisualTextBlock1"/>
    <dgm:cxn modelId="{5D8C1795-A6DB-4CBE-801C-7C088E247360}" srcId="{D4E09C95-47E9-4F95-B68D-07A00359399B}" destId="{24D18C8C-D96F-4DBC-9688-32E8D86AD397}" srcOrd="0" destOrd="0" parTransId="{0279090C-2F2A-4618-9990-C69E6F799B63}" sibTransId="{66B02D99-50C4-42DD-B9B0-9A499710BE9F}"/>
    <dgm:cxn modelId="{F8CC68CC-450C-4C37-9B02-F4AF7F58B25F}" srcId="{FF20B682-0011-4159-A80F-4A28677E5FDA}" destId="{D4E09C95-47E9-4F95-B68D-07A00359399B}" srcOrd="2" destOrd="0" parTransId="{9B6FE7C2-F558-48E1-9EB9-CDDBFE86E8E5}" sibTransId="{E0F34929-E0B5-4D58-9A49-71D9CA6F408A}"/>
    <dgm:cxn modelId="{2C3A7FFC-E3E9-473B-8611-BB965B7DADC9}" type="presOf" srcId="{379F24F0-74B9-4203-94FF-8CEEC843BB4C}" destId="{8BB0D3D6-A5AF-44F4-8EC0-9C4E743BAFAB}" srcOrd="0" destOrd="0" presId="urn:microsoft.com/office/officeart/2024/3/layout/verticalVisualTextBlock1"/>
    <dgm:cxn modelId="{5B6F4655-8040-4BF6-A00F-0B6914DE709A}" type="presParOf" srcId="{70AF601B-0771-42D8-84E0-1D09DF3816D6}" destId="{CAA9D541-E13F-4D54-AEAD-D7CAEF0580FC}" srcOrd="0" destOrd="0" presId="urn:microsoft.com/office/officeart/2024/3/layout/verticalVisualTextBlock1"/>
    <dgm:cxn modelId="{F2DCCA6C-CFBF-472B-B968-A014263B939F}" type="presParOf" srcId="{CAA9D541-E13F-4D54-AEAD-D7CAEF0580FC}" destId="{87C1A3A5-2B44-46E9-A4AB-BF74839523AD}" srcOrd="0" destOrd="0" presId="urn:microsoft.com/office/officeart/2024/3/layout/verticalVisualTextBlock1"/>
    <dgm:cxn modelId="{164B6FCD-56AF-4626-B999-31F4C1057852}" type="presParOf" srcId="{CAA9D541-E13F-4D54-AEAD-D7CAEF0580FC}" destId="{C74F4813-ACB2-4045-8D0A-EDDC33742D23}" srcOrd="1" destOrd="0" presId="urn:microsoft.com/office/officeart/2024/3/layout/verticalVisualTextBlock1"/>
    <dgm:cxn modelId="{EBE57B22-6799-4F8A-A16A-1B5A4FB95EBD}" type="presParOf" srcId="{CAA9D541-E13F-4D54-AEAD-D7CAEF0580FC}" destId="{84A3F569-036F-4537-B95E-DAD4B2C7425F}" srcOrd="2" destOrd="0" presId="urn:microsoft.com/office/officeart/2024/3/layout/verticalVisualTextBlock1"/>
    <dgm:cxn modelId="{DD9FAB8F-7FA3-4AB7-A55C-11C716BD8EEC}" type="presParOf" srcId="{70AF601B-0771-42D8-84E0-1D09DF3816D6}" destId="{8BB0D3D6-A5AF-44F4-8EC0-9C4E743BAFAB}" srcOrd="1" destOrd="0" presId="urn:microsoft.com/office/officeart/2024/3/layout/verticalVisualTextBlock1"/>
    <dgm:cxn modelId="{1E3E2B71-00B3-492E-A93A-3711008001C3}" type="presParOf" srcId="{70AF601B-0771-42D8-84E0-1D09DF3816D6}" destId="{F87CBE04-DBCC-4AAB-AB03-245C780E46FD}" srcOrd="2" destOrd="0" presId="urn:microsoft.com/office/officeart/2024/3/layout/verticalVisualTextBlock1"/>
    <dgm:cxn modelId="{027CC51C-C4FA-4BC8-BE72-43061A84A0D3}" type="presParOf" srcId="{F87CBE04-DBCC-4AAB-AB03-245C780E46FD}" destId="{8521479A-50EA-4FD3-BF1F-333050570548}" srcOrd="0" destOrd="0" presId="urn:microsoft.com/office/officeart/2024/3/layout/verticalVisualTextBlock1"/>
    <dgm:cxn modelId="{CBCE0781-BF1B-41E0-8422-5A7E291BA66C}" type="presParOf" srcId="{F87CBE04-DBCC-4AAB-AB03-245C780E46FD}" destId="{611AEB16-E1BF-4064-9665-0A5C8398D64F}" srcOrd="1" destOrd="0" presId="urn:microsoft.com/office/officeart/2024/3/layout/verticalVisualTextBlock1"/>
    <dgm:cxn modelId="{95DDD88C-99F1-4411-9D5E-CA55DE1957C9}" type="presParOf" srcId="{F87CBE04-DBCC-4AAB-AB03-245C780E46FD}" destId="{DF251171-5BC3-4A8F-9515-BBFCE97EBD4E}" srcOrd="2" destOrd="0" presId="urn:microsoft.com/office/officeart/2024/3/layout/verticalVisualTextBlock1"/>
    <dgm:cxn modelId="{0640A542-68D7-48CC-8CC5-DCA7CADD4983}" type="presParOf" srcId="{70AF601B-0771-42D8-84E0-1D09DF3816D6}" destId="{DA995B3F-7DE0-45C1-9EE1-056DCAAF37D0}" srcOrd="3" destOrd="0" presId="urn:microsoft.com/office/officeart/2024/3/layout/verticalVisualTextBlock1"/>
    <dgm:cxn modelId="{B020531E-72F6-454E-90F6-EA885D7A9AC7}" type="presParOf" srcId="{70AF601B-0771-42D8-84E0-1D09DF3816D6}" destId="{5B1641BB-D468-4007-A59F-73F6568DA7D3}" srcOrd="4" destOrd="0" presId="urn:microsoft.com/office/officeart/2024/3/layout/verticalVisualTextBlock1"/>
    <dgm:cxn modelId="{4C152B80-AF90-470F-AC5E-88C27D5935CB}" type="presParOf" srcId="{5B1641BB-D468-4007-A59F-73F6568DA7D3}" destId="{D26CEE7C-0C91-4721-B757-A5B8D20F94A6}" srcOrd="0" destOrd="0" presId="urn:microsoft.com/office/officeart/2024/3/layout/verticalVisualTextBlock1"/>
    <dgm:cxn modelId="{CF3027B0-C495-432B-B071-3EA7B5DE749E}" type="presParOf" srcId="{5B1641BB-D468-4007-A59F-73F6568DA7D3}" destId="{10200243-6551-4FF2-B5F9-DA5DC11A3513}" srcOrd="1" destOrd="0" presId="urn:microsoft.com/office/officeart/2024/3/layout/verticalVisualTextBlock1"/>
    <dgm:cxn modelId="{ADD430B0-C4CA-4BF7-B336-BC09FECE69CB}" type="presParOf" srcId="{5B1641BB-D468-4007-A59F-73F6568DA7D3}" destId="{DC7604E8-4F39-4134-BB1C-65A768DF464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_A06_42885D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1A3A5-2B44-46E9-A4AB-BF74839523AD}">
      <dsp:nvSpPr>
        <dsp:cNvPr id="0" name=""/>
        <dsp:cNvSpPr/>
      </dsp:nvSpPr>
      <dsp:spPr>
        <a:xfrm>
          <a:off x="0" y="0"/>
          <a:ext cx="1478899" cy="14788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070" r="9936" b="7"/>
          <a:stretch/>
        </a:blipFill>
        <a:ln>
          <a:noFill/>
        </a:ln>
        <a:effectLst/>
      </dsp:spPr>
      <dsp:style>
        <a:lnRef idx="0">
          <a:scrgbClr r="0" g="0" b="0"/>
        </a:lnRef>
        <a:fillRef idx="3">
          <a:scrgbClr r="0" g="0" b="0"/>
        </a:fillRef>
        <a:effectRef idx="2">
          <a:scrgbClr r="0" g="0" b="0"/>
        </a:effectRef>
        <a:fontRef idx="minor">
          <a:schemeClr val="lt1"/>
        </a:fontRef>
      </dsp:style>
    </dsp:sp>
    <dsp:sp modelId="{C74F4813-ACB2-4045-8D0A-EDDC33742D23}">
      <dsp:nvSpPr>
        <dsp:cNvPr id="0" name=""/>
        <dsp:cNvSpPr/>
      </dsp:nvSpPr>
      <dsp:spPr>
        <a:xfrm>
          <a:off x="1658899" y="0"/>
          <a:ext cx="9466300" cy="375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EMG Signal Preprocessing</a:t>
          </a:r>
        </a:p>
      </dsp:txBody>
      <dsp:txXfrm>
        <a:off x="1658899" y="0"/>
        <a:ext cx="9466300" cy="375304"/>
      </dsp:txXfrm>
    </dsp:sp>
    <dsp:sp modelId="{84A3F569-036F-4537-B95E-DAD4B2C7425F}">
      <dsp:nvSpPr>
        <dsp:cNvPr id="0" name=""/>
        <dsp:cNvSpPr/>
      </dsp:nvSpPr>
      <dsp:spPr>
        <a:xfrm>
          <a:off x="1658899" y="375304"/>
          <a:ext cx="9466300" cy="1103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Bandpass and notch filtering isolate physiological EMG signals and reduce interference for accurate muscle activity capture.</a:t>
          </a:r>
        </a:p>
      </dsp:txBody>
      <dsp:txXfrm>
        <a:off x="1658899" y="375304"/>
        <a:ext cx="9466300" cy="1103594"/>
      </dsp:txXfrm>
    </dsp:sp>
    <dsp:sp modelId="{8521479A-50EA-4FD3-BF1F-333050570548}">
      <dsp:nvSpPr>
        <dsp:cNvPr id="0" name=""/>
        <dsp:cNvSpPr/>
      </dsp:nvSpPr>
      <dsp:spPr>
        <a:xfrm>
          <a:off x="0" y="1597211"/>
          <a:ext cx="1478899" cy="14788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0675" r="19077" b="4"/>
          <a:stretch/>
        </a:blipFill>
        <a:ln>
          <a:noFill/>
        </a:ln>
        <a:effectLst/>
      </dsp:spPr>
      <dsp:style>
        <a:lnRef idx="0">
          <a:scrgbClr r="0" g="0" b="0"/>
        </a:lnRef>
        <a:fillRef idx="3">
          <a:scrgbClr r="0" g="0" b="0"/>
        </a:fillRef>
        <a:effectRef idx="2">
          <a:scrgbClr r="0" g="0" b="0"/>
        </a:effectRef>
        <a:fontRef idx="minor">
          <a:schemeClr val="lt1"/>
        </a:fontRef>
      </dsp:style>
    </dsp:sp>
    <dsp:sp modelId="{611AEB16-E1BF-4064-9665-0A5C8398D64F}">
      <dsp:nvSpPr>
        <dsp:cNvPr id="0" name=""/>
        <dsp:cNvSpPr/>
      </dsp:nvSpPr>
      <dsp:spPr>
        <a:xfrm>
          <a:off x="1658899" y="1597211"/>
          <a:ext cx="9466300" cy="375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IMU-Based Swing Detection</a:t>
          </a:r>
        </a:p>
      </dsp:txBody>
      <dsp:txXfrm>
        <a:off x="1658899" y="1597211"/>
        <a:ext cx="9466300" cy="375304"/>
      </dsp:txXfrm>
    </dsp:sp>
    <dsp:sp modelId="{DF251171-5BC3-4A8F-9515-BBFCE97EBD4E}">
      <dsp:nvSpPr>
        <dsp:cNvPr id="0" name=""/>
        <dsp:cNvSpPr/>
      </dsp:nvSpPr>
      <dsp:spPr>
        <a:xfrm>
          <a:off x="1658899" y="1972515"/>
          <a:ext cx="9466300" cy="1103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Gyroscope magnitude peak detection identifies discrete high-speed tennis swings to segment meaningful analysis windows.</a:t>
          </a:r>
        </a:p>
      </dsp:txBody>
      <dsp:txXfrm>
        <a:off x="1658899" y="1972515"/>
        <a:ext cx="9466300" cy="1103594"/>
      </dsp:txXfrm>
    </dsp:sp>
    <dsp:sp modelId="{D26CEE7C-0C91-4721-B757-A5B8D20F94A6}">
      <dsp:nvSpPr>
        <dsp:cNvPr id="0" name=""/>
        <dsp:cNvSpPr/>
      </dsp:nvSpPr>
      <dsp:spPr>
        <a:xfrm>
          <a:off x="0" y="3194422"/>
          <a:ext cx="1478899" cy="14788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 r="-8" b="-7"/>
          <a:stretch/>
        </a:blipFill>
        <a:ln>
          <a:noFill/>
        </a:ln>
        <a:effectLst/>
      </dsp:spPr>
      <dsp:style>
        <a:lnRef idx="0">
          <a:scrgbClr r="0" g="0" b="0"/>
        </a:lnRef>
        <a:fillRef idx="3">
          <a:scrgbClr r="0" g="0" b="0"/>
        </a:fillRef>
        <a:effectRef idx="2">
          <a:scrgbClr r="0" g="0" b="0"/>
        </a:effectRef>
        <a:fontRef idx="minor">
          <a:schemeClr val="lt1"/>
        </a:fontRef>
      </dsp:style>
    </dsp:sp>
    <dsp:sp modelId="{10200243-6551-4FF2-B5F9-DA5DC11A3513}">
      <dsp:nvSpPr>
        <dsp:cNvPr id="0" name=""/>
        <dsp:cNvSpPr/>
      </dsp:nvSpPr>
      <dsp:spPr>
        <a:xfrm>
          <a:off x="1658899" y="3194422"/>
          <a:ext cx="9466300" cy="375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Quality Control Scoring</a:t>
          </a:r>
        </a:p>
      </dsp:txBody>
      <dsp:txXfrm>
        <a:off x="1658899" y="3194422"/>
        <a:ext cx="9466300" cy="375304"/>
      </dsp:txXfrm>
    </dsp:sp>
    <dsp:sp modelId="{DC7604E8-4F39-4134-BB1C-65A768DF464C}">
      <dsp:nvSpPr>
        <dsp:cNvPr id="0" name=""/>
        <dsp:cNvSpPr/>
      </dsp:nvSpPr>
      <dsp:spPr>
        <a:xfrm>
          <a:off x="1658899" y="3569726"/>
          <a:ext cx="9466300" cy="1103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Session data is quality scored to flag usable, questionable, or reject data, ensuring reliable AI training input.</a:t>
          </a:r>
        </a:p>
      </dsp:txBody>
      <dsp:txXfrm>
        <a:off x="1658899" y="3569726"/>
        <a:ext cx="9466300" cy="1103594"/>
      </dsp:txXfrm>
    </dsp:sp>
  </dsp:spTree>
</dsp:drawing>
</file>

<file path=ppt/diagrams/layout_A06_42885D04.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_A06_42885D0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_0_917ECDFC.xml.rels><?xml version="1.0" encoding="UTF-8" standalone="yes"?>
<Relationships xmlns="http://schemas.openxmlformats.org/package/2006/relationships"><Relationship Id="rId1" Type="http://schemas.openxmlformats.org/officeDocument/2006/relationships/theme" Target="../theme/theme_0_917ECDFC.xml"/></Relationships>
</file>

<file path=ppt/notesMasters/notesMaster_0_917ECDFC.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CD6F29-4820-400B-B72A-7947D3252A43}"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1F3EB-B334-4F38-981E-FD7ABCEAA413}" type="slidenum">
              <a:t/>
            </a:fld>
            <a:endParaRPr lang="en-US"/>
          </a:p>
        </p:txBody>
      </p:sp>
    </p:spTree>
    <p:extLst>
      <p:ext uri="{BB962C8B-B14F-4D97-AF65-F5344CB8AC3E}">
        <p14:creationId xmlns:p14="http://schemas.microsoft.com/office/powerpoint/2010/main" val="2441006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FD54CFAE.xml.rels><?xml version="1.0" encoding="UTF-8" standalone="yes"?>
<Relationships xmlns="http://schemas.openxmlformats.org/package/2006/relationships"><Relationship Id="rId2" Type="http://schemas.openxmlformats.org/officeDocument/2006/relationships/slide" Target="../slides/slide_A0A_FD54CFAE.xml"/><Relationship Id="rId1" Type="http://schemas.openxmlformats.org/officeDocument/2006/relationships/notesMaster" Target="../notesMasters/notesMaster_0_917ECDFC.xml"/></Relationships>
</file>

<file path=ppt/notesSlides/_rels/notesSlide_A0B_D8EBD7A7.xml.rels><?xml version="1.0" encoding="UTF-8" standalone="yes"?>
<Relationships xmlns="http://schemas.openxmlformats.org/package/2006/relationships"><Relationship Id="rId2" Type="http://schemas.openxmlformats.org/officeDocument/2006/relationships/slide" Target="../slides/slide_A0B_D8EBD7A7.xml"/><Relationship Id="rId1" Type="http://schemas.openxmlformats.org/officeDocument/2006/relationships/notesMaster" Target="../notesMasters/notesMaster_0_917ECDFC.xml"/></Relationships>
</file>

<file path=ppt/notesSlides/_rels/notesSlide_A0C_2C788A13.xml.rels><?xml version="1.0" encoding="UTF-8" standalone="yes"?>
<Relationships xmlns="http://schemas.openxmlformats.org/package/2006/relationships"><Relationship Id="rId2" Type="http://schemas.openxmlformats.org/officeDocument/2006/relationships/slide" Target="../slides/slide_A0C_2C788A13.xml"/><Relationship Id="rId1" Type="http://schemas.openxmlformats.org/officeDocument/2006/relationships/notesMaster" Target="../notesMasters/notesMaster_0_917ECDFC.xml"/></Relationships>
</file>

<file path=ppt/notesSlides/_rels/notesSlide_A0D_EBEBDE3E.xml.rels><?xml version="1.0" encoding="UTF-8" standalone="yes"?>
<Relationships xmlns="http://schemas.openxmlformats.org/package/2006/relationships"><Relationship Id="rId2" Type="http://schemas.openxmlformats.org/officeDocument/2006/relationships/slide" Target="../slides/slide_A0D_EBEBDE3E.xml"/><Relationship Id="rId1" Type="http://schemas.openxmlformats.org/officeDocument/2006/relationships/notesMaster" Target="../notesMasters/notesMaster_0_917ECDFC.xml"/></Relationships>
</file>

<file path=ppt/notesSlides/_rels/notesSlide_A01_FB6FAE58.xml.rels><?xml version="1.0" encoding="UTF-8" standalone="yes"?>
<Relationships xmlns="http://schemas.openxmlformats.org/package/2006/relationships"><Relationship Id="rId2" Type="http://schemas.openxmlformats.org/officeDocument/2006/relationships/slide" Target="../slides/slide_A01_FB6FAE58.xml"/><Relationship Id="rId1" Type="http://schemas.openxmlformats.org/officeDocument/2006/relationships/notesMaster" Target="../notesMasters/notesMaster_0_917ECDFC.xml"/></Relationships>
</file>

<file path=ppt/notesSlides/_rels/notesSlide_A02_8DE02779.xml.rels><?xml version="1.0" encoding="UTF-8" standalone="yes"?>
<Relationships xmlns="http://schemas.openxmlformats.org/package/2006/relationships"><Relationship Id="rId2" Type="http://schemas.openxmlformats.org/officeDocument/2006/relationships/slide" Target="../slides/slide_A02_8DE02779.xml"/><Relationship Id="rId1" Type="http://schemas.openxmlformats.org/officeDocument/2006/relationships/notesMaster" Target="../notesMasters/notesMaster_0_917ECDFC.xml"/></Relationships>
</file>

<file path=ppt/notesSlides/_rels/notesSlide_A03_4B1C8E4.xml.rels><?xml version="1.0" encoding="UTF-8" standalone="yes"?>
<Relationships xmlns="http://schemas.openxmlformats.org/package/2006/relationships"><Relationship Id="rId2" Type="http://schemas.openxmlformats.org/officeDocument/2006/relationships/slide" Target="../slides/slide_A03_4B1C8E4.xml"/><Relationship Id="rId1" Type="http://schemas.openxmlformats.org/officeDocument/2006/relationships/notesMaster" Target="../notesMasters/notesMaster_0_917ECDFC.xml"/></Relationships>
</file>

<file path=ppt/notesSlides/_rels/notesSlide_A04_DE7730AD.xml.rels><?xml version="1.0" encoding="UTF-8" standalone="yes"?>
<Relationships xmlns="http://schemas.openxmlformats.org/package/2006/relationships"><Relationship Id="rId2" Type="http://schemas.openxmlformats.org/officeDocument/2006/relationships/slide" Target="../slides/slide_A04_DE7730AD.xml"/><Relationship Id="rId1" Type="http://schemas.openxmlformats.org/officeDocument/2006/relationships/notesMaster" Target="../notesMasters/notesMaster_0_917ECDFC.xml"/></Relationships>
</file>

<file path=ppt/notesSlides/_rels/notesSlide_A05_1EBA9588.xml.rels><?xml version="1.0" encoding="UTF-8" standalone="yes"?>
<Relationships xmlns="http://schemas.openxmlformats.org/package/2006/relationships"><Relationship Id="rId2" Type="http://schemas.openxmlformats.org/officeDocument/2006/relationships/slide" Target="../slides/slide_A05_1EBA9588.xml"/><Relationship Id="rId1" Type="http://schemas.openxmlformats.org/officeDocument/2006/relationships/notesMaster" Target="../notesMasters/notesMaster_0_917ECDFC.xml"/></Relationships>
</file>

<file path=ppt/notesSlides/_rels/notesSlide_A06_42885D04.xml.rels><?xml version="1.0" encoding="UTF-8" standalone="yes"?>
<Relationships xmlns="http://schemas.openxmlformats.org/package/2006/relationships"><Relationship Id="rId2" Type="http://schemas.openxmlformats.org/officeDocument/2006/relationships/slide" Target="../slides/slide_A06_42885D04.xml"/><Relationship Id="rId1" Type="http://schemas.openxmlformats.org/officeDocument/2006/relationships/notesMaster" Target="../notesMasters/notesMaster_0_917ECDFC.xml"/></Relationships>
</file>

<file path=ppt/notesSlides/_rels/notesSlide_A07_10519498.xml.rels><?xml version="1.0" encoding="UTF-8" standalone="yes"?>
<Relationships xmlns="http://schemas.openxmlformats.org/package/2006/relationships"><Relationship Id="rId2" Type="http://schemas.openxmlformats.org/officeDocument/2006/relationships/slide" Target="../slides/slide_A07_10519498.xml"/><Relationship Id="rId1" Type="http://schemas.openxmlformats.org/officeDocument/2006/relationships/notesMaster" Target="../notesMasters/notesMaster_0_917ECDFC.xml"/></Relationships>
</file>

<file path=ppt/notesSlides/_rels/notesSlide_A08_DB334512.xml.rels><?xml version="1.0" encoding="UTF-8" standalone="yes"?>
<Relationships xmlns="http://schemas.openxmlformats.org/package/2006/relationships"><Relationship Id="rId2" Type="http://schemas.openxmlformats.org/officeDocument/2006/relationships/slide" Target="../slides/slide_A08_DB334512.xml"/><Relationship Id="rId1" Type="http://schemas.openxmlformats.org/officeDocument/2006/relationships/notesMaster" Target="../notesMasters/notesMaster_0_917ECDFC.xml"/></Relationships>
</file>

<file path=ppt/notesSlides/_rels/notesSlide_A09_F1BE4874.xml.rels><?xml version="1.0" encoding="UTF-8" standalone="yes"?>
<Relationships xmlns="http://schemas.openxmlformats.org/package/2006/relationships"><Relationship Id="rId2" Type="http://schemas.openxmlformats.org/officeDocument/2006/relationships/slide" Target="../slides/slide_A09_F1BE4874.xml"/><Relationship Id="rId1" Type="http://schemas.openxmlformats.org/officeDocument/2006/relationships/notesMaster" Target="../notesMasters/notesMaster_0_917ECDFC.xml"/></Relationships>
</file>

<file path=ppt/notesSlides/notesSlide_A0A_FD54CFA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impact slide translates the technical work into value for athletes, families, coaches, and sports-science research. For youth athletes, the immediate impact is the possibility of receiving an affordable early-warning signal for rising forearm load and declining recovery before soreness becomes a longer-term problem. The system’s guidance is framed in practical language: if the athlete’s forearm load is unusually high compared with recent recovery patterns, SmartArmor could recommend rest, reduced serving volume, or careful monitoring before the next session. This is especially relevant for youth players because developing tissues and growth plates make load management important, and a preventable overuse issue can affect training continuity, competition performance, and long-term athletic development. For parents, the value lies in data-informed rest decisions, especially after tournaments or repeated high-load practice days. Instead of relying only on whether the athlete complains of pain, parents could review objective session summaries and readiness predictions. For coaches, the impact is an objective complementary load signal. Coaches often track hours, drills, competition schedule, or subjective player feedback, but those signals do not reveal local forearm muscle fatigue. SmartArmor can provide session-level load indicators such as swing density, serve-like rotational load, MDF trends, and quality-confirmed EMG features. For research, the project contributes a quality-aware, field-deployed longitudinal dataset linking objective muscle load to recovery outcomes. This is important because many fatigue-detection studies are performed in controlled settings, while real overuse risk emerges across messy, repeated practice environments. The slide also shows broader applicability. The same framework—local muscle sensing, motion-load quantification, quality scoring, and personalized recovery modeling—could be adapted to baseball pitching, volleyball spiking, swimming, badminton, squash, and pickleball. Each sport would require its own sensor placement and movement-detection validation, but the underlying architecture is sport-agnostic. The three key information points are accessibility, actionable decision support, and scalability across repeated-load sports. The long-term vision is not to replace doctors, athletic trainers, or coaches, but to give everyday athletes a low-cost signal that helps them manage training load earlier and more intelligently.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1024934356"/>
      </p:ext>
    </p:extLst>
  </p:cSld>
  <p:clrMapOvr>
    <a:masterClrMapping/>
  </p:clrMapOvr>
</p:notes>
</file>

<file path=ppt/notesSlides/notesSlide_A0B_D8EBD7A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roadmap slide presents SmartArmor’s development plan in a practical sequence. The first step is to complete the longitudinal dataset. The project documentation specifies a minimum analyzable dataset of 40 valid usable sessions, a preferred target of 60 valid sessions, and a stretch goal of 80 valid sessions. These sessions should include complete EMG/IMU capture, session labels such as forearm-specific RPE and next-morning soreness, and strict quality-control flags. No model fitting is planned until at least 40 valid usable sessions are collected, which reduces the risk of premature overfitting. The second step is to validate the readiness model. This will involve comparing objective EMG and IMU biomarkers against volume-only and sports-science baselines, including session duration, swing count, persistence, and session-RPE times duration. The evaluation plan includes chronological train/test splitting, leave-one-week-out validation if enough data is available, calibration plots, case studies, and a no-QC ablation. The third step is miniaturization. Once the research pipeline is validated, the hardware can be redesigned into a smaller production PCB integrated into a sleeve, paired with a mobile app that presents load and readiness summaries in a user-friendly way. The fourth step is to expand beyond the original athlete into a small youth-player pilot, likely three to five players, to test generalization and usability. The documentation is careful to distinguish between full longitudinal modeling for one athlete and smaller validation sessions for additional athletes, which helps keep scope realistic. The fifth step is open-source development, including hardware design and software tools so that school teams, coaches, families, and researchers can reproduce or extend the system. The slide’s main message is that the project has an achievable path from research prototype to broader practical tool. It does not overpromise immediate clinical deployment; instead, it moves through data completion, model validation, form-factor improvement, small-scale pilot testing, and open-source dissemination. Three key points define the roadmap: collect enough high-quality data, validate against meaningful baselines, and translate the research pipeline into a usable athlete-facing product.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644821594"/>
      </p:ext>
    </p:extLst>
  </p:cSld>
  <p:clrMapOvr>
    <a:masterClrMapping/>
  </p:clrMapOvr>
</p:notes>
</file>

<file path=ppt/notesSlides/notesSlide_A0C_2C788A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one-slide summary condenses the full project into the five sections requested by the user: Problem, Approach, Innovation, Results, and Impact. Under Problem, the slide states that youth tennis overuse builds silently and that current tools miss local forearm fatigue. This captures the motivation without overloading the audience with clinical detail. Under Approach, the slide identifies the core system: a low-cost EMG and IMU wearable, per-swing feature extraction, and a quality-gated signal processing pipeline. This reminds the audience that the solution is not a generic AI model, but a pipeline that starts from synchronized physiological and kinematic data in real tennis practice. Under Innovation, the slide highlights the project’s distinct contributions: quality-aware field EMG, stroke-aware load estimation, and personalized intra-to-inter session modeling. This language connects directly to the project’s strongest novelty claim that SmartArmor bridges within-session load to next-session recovery. Under Results, the slide summarizes what has already been achieved: the prototype works, real practice data has been captured, MDF trends are fatigue-consistent after settling, motion artifact correlation appears low in pilot data, and longitudinal modeling is in progress. This keeps the results defensible because it separates completed validation from planned model evaluation after 40 or more valid sessions. Under Impact, the slide states that SmartArmor aims to provide affordable readiness guidance before soreness escalates. This is the practical value proposition for athletes, parents, and coaches. The slide functions as a closing executive snapshot, making it useful for judges or stakeholders who want to remember the project’s main message after only a few seconds. It also reinforces careful terminology: SmartArmor is an overuse-risk awareness and readiness-guidance system, not a clinical injury predictor. The summary creates a balanced final impression by showing that the project is ambitious but staged: hardware and signal validation are completed or underway; AI readiness prediction depends on an ongoing longitudinal dataset; product impact will come from miniaturization, pilot testing, and open-source dissemination. The three key information points are the unmet need, the quality-aware wearable-AI approach, and the pathway from current prototype results to broader youth-sports impact.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2971272393"/>
      </p:ext>
    </p:extLst>
  </p:cSld>
  <p:clrMapOvr>
    <a:masterClrMapping/>
  </p:clrMapOvr>
</p:notes>
</file>

<file path=ppt/notesSlides/notesSlide_A0D_EBEBDE3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reference slide identifies the source basis used to create the concise presentation. The main project content comes from the CAST submission document and PDF, which provide the polished project title, objectives, background, method, innovations, current findings, impact, roadmap, and references. Those sources describe the low-cost hardware design, the use of MyoWare 2.0 EMG, ICM-20948 IMU, ESP32 BLE streaming, the 2,000 Hz EMG and 200 Hz IMU data streams, the 18-feature per-swing analysis, the quality-scoring framework, and the planned personalized AI model for next-morning soreness and next-session readiness. The research strategy and careful scientific framing come from the canonical Paper 3 plan, which clarifies that the core contribution is quality-aware personalized longitudinal load-to-readiness modeling rather than standalone deep-learning fatigue classification. It also establishes key boundaries: no clinical injury prediction claim, no cross-subject generalization claim from a single-athlete longitudinal dataset, and no primary deep-learning claim for a 40–80 session sample. The machine-learning method sources provide the design rationale for multifeature Random Forest load estimation, feature extraction across EMG and IMU, cross-validation concerns, and evaluation metrics. These sources explain why MDF alone is insufficient in dynamic tennis due to non-stationarity and why a multifeature model is more robust. The slide also lists literature cited in the submission: Foster et al. for session-RPE training load, Merletti and Parker for EMG physiology and median frequency foundations, Gabbett for acute-to-chronic workload concepts, Rota et al. for fatigue and recovery in tennis, and Phinyomark et al. for EMG feature evaluation and myoelectric pattern recognition robustness. These citations show that the project is connected to established sports science and EMG literature while applying those ideas in a low-cost field deployment. The reference slide’s purpose is not to be a full bibliography but to demonstrate that the deck was grounded in the uploaded project documents and known research anchors. It reinforces credibility by showing that the presentation’s concise claims are traceable to specific source materials rather than invented summary points.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417987563"/>
      </p:ext>
    </p:extLst>
  </p:cSld>
  <p:clrMapOvr>
    <a:masterClrMapping/>
  </p:clrMapOvr>
</p:notes>
</file>

<file path=ppt/notesSlides/notesSlide_A01_FB6FA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609473401"/>
      </p:ext>
    </p:extLst>
  </p:cSld>
  <p:clrMapOvr>
    <a:masterClrMapping/>
  </p:clrMapOvr>
</p:notes>
</file>

<file path=ppt/notesSlides/notesSlide_A02_8DE027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Title and Project Positioning, Problem / Research Question, Approach: Three-Layer Wearable AI System, Approach: Hardware and Data Capture, Approach: Signal Processing Pipeline, Innovation, Results: Prototype and Signal Validation, Results: AI Status and Evaluation Plan, Impact, Roadmap and Next Steps, One-Slide Summary, References / Source Basis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1328227043"/>
      </p:ext>
    </p:extLst>
  </p:cSld>
  <p:clrMapOvr>
    <a:masterClrMapping/>
  </p:clrMapOvr>
</p:notes>
</file>

<file path=ppt/notesSlides/notesSlide_A03_4B1C8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problem slide explains why youth tennis needs a different type of monitoring system. Upper-extremity overuse issues such as tennis elbow, shoulder impingement, and wrist tendinopathy can develop gradually when repeated arm load exceeds recovery capacity over days, weeks, or months. The project documentation emphasizes that young athletes often realize their arm is overloaded only after soreness appears, which is late in the load-management timeline and may already require reduced training. Current tools are inadequate at both ends of the market. Professional EMG systems such as Delsys Trigno or Noraxon can cost thousands of dollars and require lab-style setup, making them inaccessible for most youth athletes and impractical during normal tennis practice. Consumer fitness devices such as watches or general activity trackers may report heart rate or steps, but they do not directly capture local forearm muscle fatigue, which is more relevant to tennis elbow and repeated racket-sport loading. The research question therefore asks whether a low-cost, field-deployable sEMG and IMU system can transform noisy real-practice data into objective biomarkers of forearm load and use those biomarkers to support personalized predictions of next-morning soreness and next-session readiness. This slide also clarifies the distinction between fatigue awareness and medical diagnosis. SmartArmor does not claim to diagnose injury or predict clinical injury events; instead, it focuses on practical early-warning proxies such as soreness escalation, readiness decline, unusual pain reports, and unusually high objective forearm load relative to the athlete’s own recent recovery pattern. This framing makes the problem both scientifically grounded and understandable for judges: the athlete does not need an abstract fatigue score; the athlete needs a timely answer to whether today’s or this week’s forearm load is unusually high compared with their recovery capacity. The slide presents three essential information points: the injury mechanism is cumulative load exceeding recovery, current monitoring either lacks local muscle data or is too expensive for everyday use, and the research question is centered on personalized load-to-recovery modeling rather than one-size-fits-all thresholds. This creates a direct bridge from the problem to the technical approach used in the rest of the presentation.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2503441486"/>
      </p:ext>
    </p:extLst>
  </p:cSld>
  <p:clrMapOvr>
    <a:masterClrMapping/>
  </p:clrMapOvr>
</p:notes>
</file>

<file path=ppt/notesSlides/notesSlide_A04_DE7730A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This slide summarizes SmartArmor’s architecture as a three-layer system: wearable sensor hardware, signal processing, and personalized AI. The first layer is a sensor node built from off-the-shelf components, including a MyoWare 2.0 EMG sensor on the forearm extensor muscles, an ICM-20948 IMU for acceleration and gyroscope measurements, and an ESP32 microcontroller that streams the data through Bluetooth Low Energy. This layer is important because the project’s accessibility claim depends on practical hardware that can work during real tennis practice rather than only in a lab. The second layer is the signal processing pipeline. RAW EMG and envelope EMG are both recorded because RAW EMG is required for frequency-domain biomarkers such as median frequency, while the envelope supports activation checks and signal-quality monitoring. The IMU gyroscope is used to detect individual tennis swings using a peak threshold, allowing the system to analyze swing-level windows rather than treating the entire session as one stationary signal. This is essential because tennis swings are fast, non-repetitive, and highly non-stationary. The third layer is personalized AI. Component A creates a per-swing load index from an 18-feature vector using a Random Forest model as a weak-label load estimator. Component B is the primary AI contribution: a cross-session readiness regression model that uses session summaries, workload features, prior soreness, and recovery context to predict next-morning forearm soreness and next-session readiness. The slide also emphasizes that quality control is not an afterthought. Every session is categorized as usable, questionable, or reject based on signal completeness, contact drift, artifacts, and related metrics. This is a major differentiator because dry-electrode EMG in sports can drift with sweat and motion; allowing problematic sessions into AI training risks teaching the model electrode behavior rather than physiology. The system approach therefore combines three concrete information points: low-cost wearable data capture, processing that respects the biomechanics of tennis swings, and a personalized model that bridges within-session objective load to next-session recovery outcomes. Together, these layers support the central thesis that an affordable wearable system can produce actionable recovery guidance from real field data.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1442985260"/>
      </p:ext>
    </p:extLst>
  </p:cSld>
  <p:clrMapOvr>
    <a:masterClrMapping/>
  </p:clrMapOvr>
</p:notes>
</file>

<file path=ppt/notesSlides/notesSlide_A05_1EBA95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hardware and data-capture slide explains how SmartArmor creates a practical platform for real sports monitoring rather than a controlled laboratory measurement. The sensor kit uses a MyoWare 2.0 surface EMG sensor placed over the forearm extensor muscles, because those muscles are directly relevant to tennis strokes and forearm overuse mechanisms. It also uses an ICM-20948 IMU to capture acceleration and gyroscope signals, enabling objective swing detection and mechanical-load estimation. The ESP32 microcontroller streams EMG and IMU data through Bluetooth Low Energy, while a rechargeable LiPo battery supports several hours of recording. In the CAST submission, the prototype electronics bill of materials is described as under $50, excluding the host phone or laptop. This cost is central to the project’s social and practical value: the system is intended for club players, school teams, and families without access to professional sports medicine instrumentation. The slide also highlights sampling and synchronization. EMG is streamed at 2,000 Hz because muscle electrical signals require high sampling rates to preserve frequency-domain features such as median frequency. IMU is streamed at 200 Hz, which is sufficient to capture swing kinematics and rotational load patterns. Pilot sessions show EMG and IMU time alignment to within approximately 1 ms, which matters because the system analyzes each detected swing as a synchronized window of muscle and motion data. This slide also conveys the field-deployment mindset. The system is designed to work during regular practice sessions instead of asking athletes to perform isolated contractions in a lab. Wearing the hardware under or with a sleeve allows the athlete to move naturally, preserving ecological validity. Data is received by a laptop or Android phone for capture, processing, and model development. The three key takeaways are that the hardware is affordable, the sampling design supports both physiological and kinematic analysis, and the capture pipeline has already been tested in real practice conditions. Together, these details justify why SmartArmor can collect the type of longitudinal dataset needed for personalized modeling: not a single polished demonstration, but repeated quality-controlled sessions across normal training.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922368161"/>
      </p:ext>
    </p:extLst>
  </p:cSld>
  <p:clrMapOvr>
    <a:masterClrMapping/>
  </p:clrMapOvr>
</p:notes>
</file>

<file path=ppt/notesSlides/notesSlide_A06_42885D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signal processing slide explains how SmartArmor converts raw wearable streams into usable scientific features. The pipeline begins with EMG preprocessing. RAW EMG is bandpass filtered between 20 and 450 Hz to isolate the physiological EMG band, notch filtered at 60 Hz to reduce power-line interference, and envelope-extracted to support live signal-quality and activation checks. Recording both RAW and envelope channels is important because RAW signals enable frequency-domain biomarkers such as median frequency, while envelope signals are more robust for real-time monitoring and quality assessment. The IMU pipeline detects tennis swings automatically by looking for gyroscope magnitude peaks above a threshold of approximately 300°/s. This event-based design is critical because tennis is composed of discrete high-speed swings, not a stationary continuous contraction. By aligning each EMG segment to a detected swing, SmartArmor can compute per-swing features and avoid the misleading assumption that the entire practice session has constant statistical properties. Each swing yields an 18-feature vector. The features include EMG time-domain measures such as RMS, mean absolute value, and waveform length; EMG frequency-domain measures such as median frequency, mean frequency, and spectral slope; envelope statistics such as mean, peak, and activation area; and IMU kinematic measures such as peak acceleration, peak gyroscope magnitude, angular jerk, and rotational or impact impulse. The slide also stresses that every session is quality scored. Dry electrodes can drift due to sweat, motion, contact pressure, or fatigue of adhesion. SmartArmor therefore flags sessions as usable, questionable, or reject using metrics such as contact-quality drift, invalid EMG window percentage, saturation, dropout, BLE gaps, motion artifact index, and MDF confidence. This protects downstream modeling by ensuring that bad data does not become misleading AI training data. Three key information points define the slide: the EMG preprocessing preserves local muscle biomarkers, IMU-based swing detection creates meaningful analysis windows, and quality control makes the pipeline trustworthy in noisy real sports conditions. This transforms the system from a simple sensor recorder into a research-grade field pipeline for longitudinal athlete monitoring.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829655490"/>
      </p:ext>
    </p:extLst>
  </p:cSld>
  <p:clrMapOvr>
    <a:masterClrMapping/>
  </p:clrMapOvr>
</p:notes>
</file>

<file path=ppt/notesSlides/notesSlide_A07_105194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innovation slide organizes SmartArmor’s novelty into four concise contributions: low-cost ecological validity, quality-aware EMG processing, stroke-aware load accounting, and personalized intra-to-inter session AI. The first innovation is affordability combined with real-world validity. Most professional EMG systems are costly and are typically used in controlled environments, while SmartArmor’s prototype sensor node is built from accessible components and is designed for actual tennis practice. This matters because overuse develops across normal training, not during laboratory demonstrations. The second innovation is a quality-aware processing framework. Dry-electrode EMG in field sports can be contaminated by contact drift, sweat, motion artifacts, and signal dropout. SmartArmor does not treat all collected data as equally reliable; instead, it labels sessions as usable, questionable, or reject and plans ablations to show whether including low-quality sessions degrades downstream modeling. The project documents explicitly frame this as a named contribution rather than background preprocessing. The third innovation is stroke-aware load accounting. Generic swing count can hide the fact that serve-like motions may create greater rotational forearm load than groundstrokes. SmartArmor estimates serve-like versus groundstroke-like swings from IMU patterns and tracks high-rotation load separately, while appropriately treating named stroke classification as exploratory until video annotation validates the labels. The fourth and central innovation is personalized intra-to-inter session AI. Many fatigue systems ask whether the athlete is tired at the current moment. SmartArmor instead asks a more actionable question: given how much objective forearm load accumulated during today’s session, how sore or ready is the athlete likely to be tomorrow or before the next session? The system uses a Layer-1 Random Forest as a weak-label load estimator to generate interpretable session summaries, then focuses the main AI contribution on Layer-2 cross-session regression using elastic net or ridge models. This is suitable for a single-athlete longitudinal dataset of 40–80 valid sessions because interpretability and statistical rigor are more appropriate than deep learning in small-N settings. The three key messages are that SmartArmor is affordable enough for real athletes, robust enough for noisy field data, and novel because it links within-session objective load to next-session recovery outcomes.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733064109"/>
      </p:ext>
    </p:extLst>
  </p:cSld>
  <p:clrMapOvr>
    <a:masterClrMapping/>
  </p:clrMapOvr>
</p:notes>
</file>

<file path=ppt/notesSlides/notesSlide_A08_DB334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results slide presents the evidence that SmartArmor is already functioning as a real data-collection and validation platform. Several technical components are completed: Bluetooth streaming works, EMG and IMU data are time-aligned to approximately 1 ms, swing detection functions in real practice conditions, and session quality scoring is operational. These results are important because the project is not only proposing a future dataset; it has already demonstrated the ability to capture synchronized muscle and motion data during real tennis practice. The slide highlights a 63-minute pilot session with 826 swings and a median-frequency pattern that follows a fatigue-consistent trajectory. The documented MDF curve shows an initial settling phase, a stable reference phase around 166 Hz, and a late-session decline toward approximately 149 Hz. The interpretation is cautious: the late-session decline is consistent with muscle fatigue, and ongoing impedance and quality-control checks are needed to separate physiology from electrode settling or drift. This careful framing strengthens credibility because it does not overclaim from a single signal. The slide also reports that IMU swing intensity remains approximately stable across the phases, which suggests that the MDF decline is not simply due to the athlete reducing effort. In another analysis, per-swing MDF decline persists across low-, mid-, and high-intensity swing groups, reinforcing the idea that the time trend is not explained solely by swing intensity. The motion artifact result is also important: the correlation between IMU magnitude and EMG envelope is reported as very low, approximately r = 0.006, suggesting that the EMG signal is capturing local muscle activation rather than just arm motion contamination. Finally, the slide notes that within-session MDF coefficient of variation is approximately 39–47%, confirming that tennis swings are highly non-stationary. This supports the project’s methodological choice to avoid single-feature thresholds and instead use multifeature probabilistic load summaries. The three key results are hardware/pipeline feasibility, fatigue-consistent EMG trends in real practice, and evidence that tennis requires multifeature and quality-aware analysis.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280351470"/>
      </p:ext>
    </p:extLst>
  </p:cSld>
  <p:clrMapOvr>
    <a:masterClrMapping/>
  </p:clrMapOvr>
</p:notes>
</file>

<file path=ppt/notesSlides/notesSlide_A09_F1BE48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This slide summarizes the current AI status and the planned evaluation strategy. The project uses a two-component AI architecture. Component A is a per-swing Random Forest load-index estimator. It assigns each swing a load score based on multifeature EMG and IMU patterns, using time-in-session as a weak proxy and calibrating against post-session perceived exertion ratings. The documentation is careful not to frame this component as a standalone fatigue classifier with clinical-grade ground truth; instead, it is a feature-engineering step that produces interpretable session-level summaries such as late-session load depth, high-load swing fraction, load onset timing, load slope, EMG/IMU disagreement rate, and model confidence. These summaries are already showing early relationships with post-session forearm exertion ratings, which provides a preliminary indication that the load-index outputs are meaningful. Component B is the main research contribution: cross-session readiness regression. After 40 or more valid sessions, the system will test whether EMG and IMU load biomarkers improve prediction of next-morning forearm soreness and next-session readiness compared with simpler baselines. The model family is intentionally interpretable, emphasizing elastic net or ridge regression as the primary approach, with random forest or gradient boosting as exploratory nonlinear alternatives. This is appropriate because the planned dataset contains roughly 40–60 valid sessions, where deep learning would be data-hungry and less interpretable. The slide states success criteria derived from the project documentation: for next-morning soreness, the target is correlation greater than 0.5 and RMSE under 1.5 on a 0–10 scale; for next-session readiness, the target is a meaningful improvement over the best volume-only baseline, expressed as Delta R squared greater than 0.05. The slide also notes that stroke-aware load remains under validation: serve-like swings have shown higher rotational impulse in pilot data, but video annotation is planned before named stroke-type claims become primary. The three key takeaways are that the per-swing model is used responsibly as a load-summary generator, the main AI claim is personalized longitudinal prediction, and evaluation will compare against mandatory baseline models such as persistence, volume-only workload, session-RPE times duration, EMG-only, IMU-only, and self-report-only approaches.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829016893"/>
      </p:ext>
    </p:extLst>
  </p:cSld>
  <p:clrMapOvr>
    <a:masterClrMapping/>
  </p:clrMapOvr>
</p:notes>
</file>

<file path=ppt/slideLayouts/_rels/slideLayout_8000000A_5AE21EF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B_4078BD9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A_D52889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B_66F4CC84.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1C_2579289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D_B888093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E_12167DA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F_443D7C39.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A_F81DAD61.xml.rels><?xml version="1.0" encoding="UTF-8" standalone="yes"?>
<Relationships xmlns="http://schemas.openxmlformats.org/package/2006/relationships"><Relationship Id="rId2" Type="http://schemas.openxmlformats.org/officeDocument/2006/relationships/image" Target="../media/image_F6A771B2.jpeg"/><Relationship Id="rId1" Type="http://schemas.openxmlformats.org/officeDocument/2006/relationships/slideMaster" Target="../slideMasters/slideMaster_80000000_E3230E1B.xml"/></Relationships>
</file>

<file path=ppt/slideLayouts/_rels/slideLayout_8000002B_3137039C.xml.rels><?xml version="1.0" encoding="UTF-8" standalone="yes"?>
<Relationships xmlns="http://schemas.openxmlformats.org/package/2006/relationships"><Relationship Id="rId2" Type="http://schemas.openxmlformats.org/officeDocument/2006/relationships/image" Target="../media/image_98EBBBF4.jpeg"/><Relationship Id="rId1" Type="http://schemas.openxmlformats.org/officeDocument/2006/relationships/slideMaster" Target="../slideMasters/slideMaster_80000000_E3230E1B.xml"/></Relationships>
</file>

<file path=ppt/slideLayouts/_rels/slideLayout_8000002C_C16416A6.xml.rels><?xml version="1.0" encoding="UTF-8" standalone="yes"?>
<Relationships xmlns="http://schemas.openxmlformats.org/package/2006/relationships"><Relationship Id="rId2" Type="http://schemas.openxmlformats.org/officeDocument/2006/relationships/image" Target="../media/image_63886C70.jpeg"/><Relationship Id="rId1" Type="http://schemas.openxmlformats.org/officeDocument/2006/relationships/slideMaster" Target="../slideMasters/slideMaster_80000000_E3230E1B.xml"/></Relationships>
</file>

<file path=ppt/slideLayouts/_rels/slideLayout_8000002D_3F59CCE9.xml.rels><?xml version="1.0" encoding="UTF-8" standalone="yes"?>
<Relationships xmlns="http://schemas.openxmlformats.org/package/2006/relationships"><Relationship Id="rId2" Type="http://schemas.openxmlformats.org/officeDocument/2006/relationships/image" Target="../media/image_7E6055A.jpeg"/><Relationship Id="rId1" Type="http://schemas.openxmlformats.org/officeDocument/2006/relationships/slideMaster" Target="../slideMasters/slideMaster_80000000_E3230E1B.xml"/></Relationships>
</file>

<file path=ppt/slideLayouts/_rels/slideLayout_8000002E_D1A2725D.xml.rels><?xml version="1.0" encoding="UTF-8" standalone="yes"?>
<Relationships xmlns="http://schemas.openxmlformats.org/package/2006/relationships"><Relationship Id="rId2" Type="http://schemas.openxmlformats.org/officeDocument/2006/relationships/image" Target="../media/image_A3CF7EBC.jpeg"/><Relationship Id="rId1" Type="http://schemas.openxmlformats.org/officeDocument/2006/relationships/slideMaster" Target="../slideMasters/slideMaster_80000000_E3230E1B.xml"/></Relationships>
</file>

<file path=ppt/slideLayouts/_rels/slideLayout_8000002F_12D59F87.xml.rels><?xml version="1.0" encoding="UTF-8" standalone="yes"?>
<Relationships xmlns="http://schemas.openxmlformats.org/package/2006/relationships"><Relationship Id="rId2" Type="http://schemas.openxmlformats.org/officeDocument/2006/relationships/image" Target="../media/image_523CEDEC.jpeg"/><Relationship Id="rId1" Type="http://schemas.openxmlformats.org/officeDocument/2006/relationships/slideMaster" Target="../slideMasters/slideMaster_80000000_E3230E1B.xml"/></Relationships>
</file>

<file path=ppt/slideLayouts/_rels/slideLayout_8000003A_EA96992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B_85B07A76.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C_8F51C09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D_AAA4E36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E_B65C0F50.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F_9273C91C.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A_7C095A78.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1_8EA2CD94.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2_38D1D6B9.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3_319071CE.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4_42A38236.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5_4BFA8DC7.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6_3EDEEF61.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7_C14181F6.xml.rels><?xml version="1.0" encoding="UTF-8" standalone="yes"?>
<Relationships xmlns="http://schemas.openxmlformats.org/package/2006/relationships"><Relationship Id="rId2" Type="http://schemas.openxmlformats.org/officeDocument/2006/relationships/image" Target="../media/image_503C4079.jpeg"/><Relationship Id="rId1" Type="http://schemas.openxmlformats.org/officeDocument/2006/relationships/slideMaster" Target="../slideMasters/slideMaster_80000000_E3230E1B.xml"/></Relationships>
</file>

<file path=ppt/slideLayouts/_rels/slideLayout_80000008_E87F7843.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09_EC37BA08.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18_BE3B178.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9_7F63D960.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0_5E4DACF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1_A8EF29B5.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2_CEA08950.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23_752451CE.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24_3C7D6934.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25_4E092B6D.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26_D0C3D3F2.xml.rels><?xml version="1.0" encoding="UTF-8" standalone="yes"?>
<Relationships xmlns="http://schemas.openxmlformats.org/package/2006/relationships"><Relationship Id="rId2" Type="http://schemas.openxmlformats.org/officeDocument/2006/relationships/image" Target="../media/image_7B794CBA.jpeg"/><Relationship Id="rId1" Type="http://schemas.openxmlformats.org/officeDocument/2006/relationships/slideMaster" Target="../slideMasters/slideMaster_80000000_E3230E1B.xml"/></Relationships>
</file>

<file path=ppt/slideLayouts/_rels/slideLayout_80000027_DB2605EC.xml.rels><?xml version="1.0" encoding="UTF-8" standalone="yes"?>
<Relationships xmlns="http://schemas.openxmlformats.org/package/2006/relationships"><Relationship Id="rId2" Type="http://schemas.openxmlformats.org/officeDocument/2006/relationships/image" Target="../media/image_7B794CBA.jpeg"/><Relationship Id="rId1" Type="http://schemas.openxmlformats.org/officeDocument/2006/relationships/slideMaster" Target="../slideMasters/slideMaster_80000000_E3230E1B.xml"/></Relationships>
</file>

<file path=ppt/slideLayouts/_rels/slideLayout_80000028_EB26998.xml.rels><?xml version="1.0" encoding="UTF-8" standalone="yes"?>
<Relationships xmlns="http://schemas.openxmlformats.org/package/2006/relationships"><Relationship Id="rId2" Type="http://schemas.openxmlformats.org/officeDocument/2006/relationships/image" Target="../media/image_9809557D.jpeg"/><Relationship Id="rId1" Type="http://schemas.openxmlformats.org/officeDocument/2006/relationships/slideMaster" Target="../slideMasters/slideMaster_80000000_E3230E1B.xml"/></Relationships>
</file>

<file path=ppt/slideLayouts/_rels/slideLayout_80000029_A687C6CE.xml.rels><?xml version="1.0" encoding="UTF-8" standalone="yes"?>
<Relationships xmlns="http://schemas.openxmlformats.org/package/2006/relationships"><Relationship Id="rId2" Type="http://schemas.openxmlformats.org/officeDocument/2006/relationships/image" Target="../media/image_DA11842.jpeg"/><Relationship Id="rId1" Type="http://schemas.openxmlformats.org/officeDocument/2006/relationships/slideMaster" Target="../slideMasters/slideMaster_80000000_E3230E1B.xml"/></Relationships>
</file>

<file path=ppt/slideLayouts/_rels/slideLayout_80000030_E2FB57.xml.rels><?xml version="1.0" encoding="UTF-8" standalone="yes"?>
<Relationships xmlns="http://schemas.openxmlformats.org/package/2006/relationships"><Relationship Id="rId2" Type="http://schemas.openxmlformats.org/officeDocument/2006/relationships/image" Target="../media/image_523CEDEC.jpeg"/><Relationship Id="rId1" Type="http://schemas.openxmlformats.org/officeDocument/2006/relationships/slideMaster" Target="../slideMasters/slideMaster_80000000_E3230E1B.xml"/></Relationships>
</file>

<file path=ppt/slideLayouts/_rels/slideLayout_80000031_930B58EC.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32_42298794.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33_6C4A9087.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34_CB05F17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5_4BB35E3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6_EEEAED53.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7_14A2BD87.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8_7F463B5C.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9_ECDAE002.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0_20080A0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1_54DCD3A6.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2_7C288A0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3_9E92C2E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4_C335E22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5_F47BA29C.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6_23B75C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7_8FEAEDBE.xml.rels><?xml version="1.0" encoding="UTF-8" standalone="yes"?>
<Relationships xmlns="http://schemas.openxmlformats.org/package/2006/relationships"><Relationship Id="rId2" Type="http://schemas.openxmlformats.org/officeDocument/2006/relationships/image" Target="../media/image_5965357D.jpeg"/><Relationship Id="rId1" Type="http://schemas.openxmlformats.org/officeDocument/2006/relationships/slideMaster" Target="../slideMasters/slideMaster_80000000_E3230E1B.xml"/></Relationships>
</file>

<file path=ppt/slideLayouts/_rels/slideLayout_80000048_CA8A1EE.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9_2EF2E8C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slideLayout_8000000A_5AE21EFD.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D5FAC22-3E6A-0CAE-40EA-3ABA0592E4DC}"/>
              </a:ext>
            </a:extLst>
          </p:cNvPr>
          <p:cNvGrpSpPr/>
          <p:nvPr userDrawn="1"/>
        </p:nvGrpSpPr>
        <p:grpSpPr>
          <a:xfrm flipH="1">
            <a:off x="165100" y="27214"/>
            <a:ext cx="11874500" cy="3503886"/>
            <a:chOff x="-11811000" y="-88436"/>
            <a:chExt cx="23850600" cy="7037751"/>
          </a:xfrm>
          <a:solidFill>
            <a:schemeClr val="accent4">
              <a:lumMod val="60000"/>
              <a:lumOff val="40000"/>
            </a:schemeClr>
          </a:solidFill>
        </p:grpSpPr>
        <p:sp>
          <p:nvSpPr>
            <p:cNvPr id="7" name="Freeform 6">
              <a:extLst>
                <a:ext uri="{FF2B5EF4-FFF2-40B4-BE49-F238E27FC236}">
                  <a16:creationId xmlns:a16="http://schemas.microsoft.com/office/drawing/2014/main" id="{195FBA9E-F968-3354-377B-B6BB223B15FD}"/>
                </a:ext>
              </a:extLst>
            </p:cNvPr>
            <p:cNvSpPr/>
            <p:nvPr/>
          </p:nvSpPr>
          <p:spPr>
            <a:xfrm flipH="1">
              <a:off x="-11811000" y="148866"/>
              <a:ext cx="12803893" cy="6544413"/>
            </a:xfrm>
            <a:custGeom>
              <a:avLst/>
              <a:gdLst>
                <a:gd name="connsiteX0" fmla="*/ 6410542 w 6410542"/>
                <a:gd name="connsiteY0" fmla="*/ 0 h 3276600"/>
                <a:gd name="connsiteX1" fmla="*/ 1638300 w 6410542"/>
                <a:gd name="connsiteY1" fmla="*/ 0 h 3276600"/>
                <a:gd name="connsiteX2" fmla="*/ 1618067 w 6410542"/>
                <a:gd name="connsiteY2" fmla="*/ 0 h 3276600"/>
                <a:gd name="connsiteX3" fmla="*/ 1618067 w 6410542"/>
                <a:gd name="connsiteY3" fmla="*/ 1022 h 3276600"/>
                <a:gd name="connsiteX4" fmla="*/ 1470793 w 6410542"/>
                <a:gd name="connsiteY4" fmla="*/ 8459 h 3276600"/>
                <a:gd name="connsiteX5" fmla="*/ 0 w 6410542"/>
                <a:gd name="connsiteY5" fmla="*/ 1638300 h 3276600"/>
                <a:gd name="connsiteX6" fmla="*/ 1470793 w 6410542"/>
                <a:gd name="connsiteY6" fmla="*/ 3268142 h 3276600"/>
                <a:gd name="connsiteX7" fmla="*/ 1618067 w 6410542"/>
                <a:gd name="connsiteY7" fmla="*/ 3275579 h 3276600"/>
                <a:gd name="connsiteX8" fmla="*/ 1618067 w 6410542"/>
                <a:gd name="connsiteY8" fmla="*/ 3276600 h 3276600"/>
                <a:gd name="connsiteX9" fmla="*/ 1638300 w 6410542"/>
                <a:gd name="connsiteY9" fmla="*/ 3276600 h 3276600"/>
                <a:gd name="connsiteX10" fmla="*/ 6410542 w 6410542"/>
                <a:gd name="connsiteY10" fmla="*/ 3276600 h 327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542" h="3276600">
                  <a:moveTo>
                    <a:pt x="6410542" y="0"/>
                  </a:moveTo>
                  <a:lnTo>
                    <a:pt x="1638300" y="0"/>
                  </a:lnTo>
                  <a:lnTo>
                    <a:pt x="1618067" y="0"/>
                  </a:lnTo>
                  <a:lnTo>
                    <a:pt x="1618067" y="1022"/>
                  </a:lnTo>
                  <a:lnTo>
                    <a:pt x="1470793" y="8459"/>
                  </a:lnTo>
                  <a:cubicBezTo>
                    <a:pt x="644670" y="92356"/>
                    <a:pt x="0" y="790043"/>
                    <a:pt x="0" y="1638300"/>
                  </a:cubicBezTo>
                  <a:cubicBezTo>
                    <a:pt x="0" y="2486558"/>
                    <a:pt x="644670" y="3184245"/>
                    <a:pt x="1470793" y="3268142"/>
                  </a:cubicBezTo>
                  <a:lnTo>
                    <a:pt x="1618067" y="3275579"/>
                  </a:lnTo>
                  <a:lnTo>
                    <a:pt x="1618067" y="3276600"/>
                  </a:lnTo>
                  <a:lnTo>
                    <a:pt x="1638300" y="3276600"/>
                  </a:lnTo>
                  <a:lnTo>
                    <a:pt x="6410542" y="32766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54A776E2-E8FB-95BD-B1DE-B62FEEB92D65}"/>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1FE85-1B8E-330B-F931-0F7C22842C94}"/>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1" y="1417671"/>
            <a:ext cx="11125198" cy="4906929"/>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5247685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4078BD9D.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417671"/>
            <a:ext cx="7991856" cy="4906929"/>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
            </a:fld>
            <a:endParaRPr lang="en-US"/>
          </a:p>
        </p:txBody>
      </p:sp>
      <p:grpSp>
        <p:nvGrpSpPr>
          <p:cNvPr id="10" name="Group 9">
            <a:extLst>
              <a:ext uri="{FF2B5EF4-FFF2-40B4-BE49-F238E27FC236}">
                <a16:creationId xmlns:a16="http://schemas.microsoft.com/office/drawing/2014/main" id="{2D7EB68C-2DDD-FE8A-6EB5-66C78A0A1477}"/>
              </a:ext>
            </a:extLst>
          </p:cNvPr>
          <p:cNvGrpSpPr/>
          <p:nvPr userDrawn="1"/>
        </p:nvGrpSpPr>
        <p:grpSpPr>
          <a:xfrm>
            <a:off x="7467600" y="145359"/>
            <a:ext cx="5101079" cy="3321366"/>
            <a:chOff x="7467600" y="145359"/>
            <a:chExt cx="5101079" cy="3321366"/>
          </a:xfrm>
          <a:noFill/>
        </p:grpSpPr>
        <p:sp>
          <p:nvSpPr>
            <p:cNvPr id="11" name="Oval 10">
              <a:extLst>
                <a:ext uri="{FF2B5EF4-FFF2-40B4-BE49-F238E27FC236}">
                  <a16:creationId xmlns:a16="http://schemas.microsoft.com/office/drawing/2014/main" id="{DE2858AD-93D6-09F5-251D-CA5BC6A732B1}"/>
                </a:ext>
              </a:extLst>
            </p:cNvPr>
            <p:cNvSpPr/>
            <p:nvPr/>
          </p:nvSpPr>
          <p:spPr>
            <a:xfrm flipH="1">
              <a:off x="7467600" y="145359"/>
              <a:ext cx="3258268" cy="3258268"/>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8FB9CD1-5066-7947-860E-6DA70598A7F5}"/>
                </a:ext>
              </a:extLst>
            </p:cNvPr>
            <p:cNvSpPr/>
            <p:nvPr/>
          </p:nvSpPr>
          <p:spPr>
            <a:xfrm rot="1580702" flipH="1">
              <a:off x="10803319" y="224760"/>
              <a:ext cx="1765360" cy="3241965"/>
            </a:xfrm>
            <a:custGeom>
              <a:avLst/>
              <a:gdLst>
                <a:gd name="connsiteX0" fmla="*/ 1290822 w 1765360"/>
                <a:gd name="connsiteY0" fmla="*/ 0 h 3241965"/>
                <a:gd name="connsiteX1" fmla="*/ 0 w 1765360"/>
                <a:gd name="connsiteY1" fmla="*/ 2606621 h 3241965"/>
                <a:gd name="connsiteX2" fmla="*/ 63216 w 1765360"/>
                <a:gd name="connsiteY2" fmla="*/ 2728833 h 3241965"/>
                <a:gd name="connsiteX3" fmla="*/ 768267 w 1765360"/>
                <a:gd name="connsiteY3" fmla="*/ 3241965 h 3241965"/>
                <a:gd name="connsiteX4" fmla="*/ 1765360 w 1765360"/>
                <a:gd name="connsiteY4" fmla="*/ 1490022 h 3241965"/>
                <a:gd name="connsiteX5" fmla="*/ 1325750 w 1765360"/>
                <a:gd name="connsiteY5" fmla="*/ 37283 h 32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5360" h="3241965">
                  <a:moveTo>
                    <a:pt x="1290822" y="0"/>
                  </a:moveTo>
                  <a:lnTo>
                    <a:pt x="0" y="2606621"/>
                  </a:lnTo>
                  <a:lnTo>
                    <a:pt x="63216" y="2728833"/>
                  </a:lnTo>
                  <a:cubicBezTo>
                    <a:pt x="243654" y="3045872"/>
                    <a:pt x="492927" y="3241965"/>
                    <a:pt x="768267" y="3241965"/>
                  </a:cubicBezTo>
                  <a:cubicBezTo>
                    <a:pt x="1318946" y="3241965"/>
                    <a:pt x="1765360" y="2457593"/>
                    <a:pt x="1765360" y="1490022"/>
                  </a:cubicBezTo>
                  <a:cubicBezTo>
                    <a:pt x="1765359" y="885290"/>
                    <a:pt x="1590980" y="352121"/>
                    <a:pt x="1325750" y="37283"/>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0816546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A_D52889A.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401" y="168274"/>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893929" y="168274"/>
            <a:ext cx="2202644" cy="365125"/>
          </a:xfrm>
        </p:spPr>
        <p:txBody>
          <a:bodyPr/>
          <a:lstStyle/>
          <a:p>
            <a:fld id="{4F1AC263-88EE-42CC-B640-B12BA856CF7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168274"/>
            <a:ext cx="511504" cy="365125"/>
          </a:xfrm>
        </p:spPr>
        <p:txBody>
          <a:bodyPr/>
          <a:lstStyle/>
          <a:p>
            <a:fld id="{AEAA3239-9EA4-4A65-A281-97F994456D9F}" type="slidenum">
              <a:rPr lang="en-US" smtClean="0"/>
              <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F69FBBFF-942B-79B0-35F0-FC81FA669E6F}"/>
              </a:ext>
            </a:extLst>
          </p:cNvPr>
          <p:cNvGrpSpPr/>
          <p:nvPr userDrawn="1"/>
        </p:nvGrpSpPr>
        <p:grpSpPr>
          <a:xfrm flipH="1">
            <a:off x="10916580" y="6324600"/>
            <a:ext cx="1123020" cy="452960"/>
            <a:chOff x="2207201" y="-990600"/>
            <a:chExt cx="1500864" cy="605360"/>
          </a:xfrm>
          <a:solidFill>
            <a:schemeClr val="accent2"/>
          </a:solidFill>
        </p:grpSpPr>
        <p:sp>
          <p:nvSpPr>
            <p:cNvPr id="8" name="Freeform 7">
              <a:extLst>
                <a:ext uri="{FF2B5EF4-FFF2-40B4-BE49-F238E27FC236}">
                  <a16:creationId xmlns:a16="http://schemas.microsoft.com/office/drawing/2014/main" id="{D6F0A3B8-40E2-6B84-C294-7F594A3E4C36}"/>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ADC354A-3DD4-41C3-231A-1D86286A2168}"/>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B4E6-6D45-6439-DA92-7BFFF3E0283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3512730"/>
      </p:ext>
    </p:extLst>
  </p:cSld>
  <p:clrMapOvr>
    <a:masterClrMapping/>
  </p:clrMapOvr>
</p:sldLayout>
</file>

<file path=ppt/slideLayouts/slideLayout_8000001B_66F4CC84.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4"/>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517B4121-BA4A-EFA6-8E03-EB8EC9D6853D}"/>
              </a:ext>
            </a:extLst>
          </p:cNvPr>
          <p:cNvSpPr/>
          <p:nvPr userDrawn="1"/>
        </p:nvSpPr>
        <p:spPr>
          <a:xfrm>
            <a:off x="5026907" y="148866"/>
            <a:ext cx="7012693" cy="6544413"/>
          </a:xfrm>
          <a:custGeom>
            <a:avLst/>
            <a:gdLst>
              <a:gd name="connsiteX0" fmla="*/ 3231795 w 7012693"/>
              <a:gd name="connsiteY0" fmla="*/ 0 h 6544413"/>
              <a:gd name="connsiteX1" fmla="*/ 3272207 w 7012693"/>
              <a:gd name="connsiteY1" fmla="*/ 0 h 6544413"/>
              <a:gd name="connsiteX2" fmla="*/ 7012693 w 7012693"/>
              <a:gd name="connsiteY2" fmla="*/ 0 h 6544413"/>
              <a:gd name="connsiteX3" fmla="*/ 7012693 w 7012693"/>
              <a:gd name="connsiteY3" fmla="*/ 6544413 h 6544413"/>
              <a:gd name="connsiteX4" fmla="*/ 3272207 w 7012693"/>
              <a:gd name="connsiteY4" fmla="*/ 6544413 h 6544413"/>
              <a:gd name="connsiteX5" fmla="*/ 3231795 w 7012693"/>
              <a:gd name="connsiteY5" fmla="*/ 6544413 h 6544413"/>
              <a:gd name="connsiteX6" fmla="*/ 3231795 w 7012693"/>
              <a:gd name="connsiteY6" fmla="*/ 6542374 h 6544413"/>
              <a:gd name="connsiteX7" fmla="*/ 2937642 w 7012693"/>
              <a:gd name="connsiteY7" fmla="*/ 6527520 h 6544413"/>
              <a:gd name="connsiteX8" fmla="*/ 0 w 7012693"/>
              <a:gd name="connsiteY8" fmla="*/ 3272207 h 6544413"/>
              <a:gd name="connsiteX9" fmla="*/ 2937642 w 7012693"/>
              <a:gd name="connsiteY9" fmla="*/ 16895 h 6544413"/>
              <a:gd name="connsiteX10" fmla="*/ 3231795 w 70126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12693" h="6544413">
                <a:moveTo>
                  <a:pt x="3231795" y="0"/>
                </a:moveTo>
                <a:lnTo>
                  <a:pt x="3272207" y="0"/>
                </a:lnTo>
                <a:lnTo>
                  <a:pt x="7012693" y="0"/>
                </a:lnTo>
                <a:lnTo>
                  <a:pt x="7012693" y="6544413"/>
                </a:lnTo>
                <a:lnTo>
                  <a:pt x="3272207" y="6544413"/>
                </a:lnTo>
                <a:lnTo>
                  <a:pt x="3231795" y="6544413"/>
                </a:lnTo>
                <a:lnTo>
                  <a:pt x="3231795" y="6542374"/>
                </a:lnTo>
                <a:lnTo>
                  <a:pt x="2937642" y="6527520"/>
                </a:lnTo>
                <a:cubicBezTo>
                  <a:pt x="1287612" y="6359951"/>
                  <a:pt x="0" y="4966448"/>
                  <a:pt x="0" y="3272207"/>
                </a:cubicBezTo>
                <a:cubicBezTo>
                  <a:pt x="0" y="1577968"/>
                  <a:pt x="1287612" y="184465"/>
                  <a:pt x="2937642"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C1D7524E-581B-3BE6-88A7-1F6403D75A6D}"/>
              </a:ext>
            </a:extLst>
          </p:cNvPr>
          <p:cNvSpPr/>
          <p:nvPr userDrawn="1"/>
        </p:nvSpPr>
        <p:spPr>
          <a:xfrm flipH="1">
            <a:off x="152400" y="1908515"/>
            <a:ext cx="372214" cy="3025114"/>
          </a:xfrm>
          <a:custGeom>
            <a:avLst/>
            <a:gdLst>
              <a:gd name="connsiteX0" fmla="*/ 372214 w 372214"/>
              <a:gd name="connsiteY0" fmla="*/ 0 h 3025114"/>
              <a:gd name="connsiteX1" fmla="*/ 257146 w 372214"/>
              <a:gd name="connsiteY1" fmla="*/ 238867 h 3025114"/>
              <a:gd name="connsiteX2" fmla="*/ 0 w 372214"/>
              <a:gd name="connsiteY2" fmla="*/ 1512557 h 3025114"/>
              <a:gd name="connsiteX3" fmla="*/ 257146 w 372214"/>
              <a:gd name="connsiteY3" fmla="*/ 2786248 h 3025114"/>
              <a:gd name="connsiteX4" fmla="*/ 372214 w 372214"/>
              <a:gd name="connsiteY4" fmla="*/ 3025114 h 3025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14" h="3025114">
                <a:moveTo>
                  <a:pt x="372214" y="0"/>
                </a:moveTo>
                <a:lnTo>
                  <a:pt x="257146" y="238867"/>
                </a:lnTo>
                <a:cubicBezTo>
                  <a:pt x="91564" y="630348"/>
                  <a:pt x="0" y="1060760"/>
                  <a:pt x="0" y="1512557"/>
                </a:cubicBezTo>
                <a:cubicBezTo>
                  <a:pt x="0" y="1964355"/>
                  <a:pt x="91564" y="2394767"/>
                  <a:pt x="257146" y="2786248"/>
                </a:cubicBezTo>
                <a:lnTo>
                  <a:pt x="372214" y="302511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0" y="533401"/>
            <a:ext cx="5257799" cy="1905000"/>
          </a:xfrm>
        </p:spPr>
        <p:txBody>
          <a:bodyPr anchor="b">
            <a:normAutofit/>
          </a:bodyPr>
          <a:lstStyle>
            <a:lvl1pPr>
              <a:defRPr sz="44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400799" y="6343955"/>
            <a:ext cx="3428999"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829799" y="6343955"/>
            <a:ext cx="1266773" cy="365125"/>
          </a:xfrm>
        </p:spPr>
        <p:txBody>
          <a:bodyPr/>
          <a:lstStyle/>
          <a:p>
            <a:fld id="{4F1AC263-88EE-42CC-B640-B12BA856CF7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10" name="Picture Placeholder 15">
            <a:extLst>
              <a:ext uri="{FF2B5EF4-FFF2-40B4-BE49-F238E27FC236}">
                <a16:creationId xmlns:a16="http://schemas.microsoft.com/office/drawing/2014/main" id="{D8208813-A8DA-EF20-9D88-922C5718FB25}"/>
              </a:ext>
            </a:extLst>
          </p:cNvPr>
          <p:cNvSpPr>
            <a:spLocks noGrp="1"/>
          </p:cNvSpPr>
          <p:nvPr>
            <p:ph type="pic" sz="quarter" idx="14"/>
          </p:nvPr>
        </p:nvSpPr>
        <p:spPr>
          <a:xfrm>
            <a:off x="396742" y="153353"/>
            <a:ext cx="4758037" cy="6554174"/>
          </a:xfrm>
          <a:custGeom>
            <a:avLst/>
            <a:gdLst>
              <a:gd name="connsiteX0" fmla="*/ 3336712 w 4758037"/>
              <a:gd name="connsiteY0" fmla="*/ 1170 h 6554174"/>
              <a:gd name="connsiteX1" fmla="*/ 3940611 w 4758037"/>
              <a:gd name="connsiteY1" fmla="*/ 123689 h 6554174"/>
              <a:gd name="connsiteX2" fmla="*/ 4173731 w 4758037"/>
              <a:gd name="connsiteY2" fmla="*/ 4165845 h 6554174"/>
              <a:gd name="connsiteX3" fmla="*/ 817427 w 4758037"/>
              <a:gd name="connsiteY3" fmla="*/ 6430485 h 6554174"/>
              <a:gd name="connsiteX4" fmla="*/ 584307 w 4758037"/>
              <a:gd name="connsiteY4" fmla="*/ 2388329 h 6554174"/>
              <a:gd name="connsiteX5" fmla="*/ 3336712 w 4758037"/>
              <a:gd name="connsiteY5" fmla="*/ 1170 h 655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037" h="6554174">
                <a:moveTo>
                  <a:pt x="3336712" y="1170"/>
                </a:moveTo>
                <a:cubicBezTo>
                  <a:pt x="3550932" y="-7477"/>
                  <a:pt x="3754762" y="31655"/>
                  <a:pt x="3940611" y="123689"/>
                </a:cubicBezTo>
                <a:cubicBezTo>
                  <a:pt x="4931803" y="614536"/>
                  <a:pt x="5036174" y="2424270"/>
                  <a:pt x="4173731" y="4165845"/>
                </a:cubicBezTo>
                <a:cubicBezTo>
                  <a:pt x="3311287" y="5907419"/>
                  <a:pt x="1808620" y="6921333"/>
                  <a:pt x="817427" y="6430485"/>
                </a:cubicBezTo>
                <a:cubicBezTo>
                  <a:pt x="-173765" y="5939638"/>
                  <a:pt x="-278136" y="4129904"/>
                  <a:pt x="584307" y="2388329"/>
                </a:cubicBezTo>
                <a:cubicBezTo>
                  <a:pt x="1285043" y="973300"/>
                  <a:pt x="2408426" y="38641"/>
                  <a:pt x="3336712" y="117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1" name="Content Placeholder 6">
            <a:extLst>
              <a:ext uri="{FF2B5EF4-FFF2-40B4-BE49-F238E27FC236}">
                <a16:creationId xmlns:a16="http://schemas.microsoft.com/office/drawing/2014/main" id="{63D284DF-0198-A2F3-34F4-E06BE4881128}"/>
              </a:ext>
            </a:extLst>
          </p:cNvPr>
          <p:cNvSpPr>
            <a:spLocks noGrp="1"/>
          </p:cNvSpPr>
          <p:nvPr>
            <p:ph sz="quarter" idx="15"/>
          </p:nvPr>
        </p:nvSpPr>
        <p:spPr>
          <a:xfrm>
            <a:off x="6400801" y="2726267"/>
            <a:ext cx="5257799"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319172"/>
      </p:ext>
    </p:extLst>
  </p:cSld>
  <p:clrMapOvr>
    <a:masterClrMapping/>
  </p:clrMapOvr>
</p:sldLayout>
</file>

<file path=ppt/slideLayouts/slideLayout_8000001C_2579289A.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4">
            <a:alpha val="1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1618BB7-0E34-97A6-1EB4-BE34C533F82D}"/>
              </a:ext>
            </a:extLst>
          </p:cNvPr>
          <p:cNvSpPr>
            <a:spLocks noGrp="1"/>
          </p:cNvSpPr>
          <p:nvPr>
            <p:ph type="title"/>
          </p:nvPr>
        </p:nvSpPr>
        <p:spPr>
          <a:xfrm>
            <a:off x="533400" y="2886465"/>
            <a:ext cx="4659735" cy="1645198"/>
          </a:xfrm>
        </p:spPr>
        <p:txBody>
          <a:bodyPr anchor="b"/>
          <a:lstStyle/>
          <a:p>
            <a:r>
              <a:rPr lang="en-US"/>
              <a:t>Click to edit Master title style</a:t>
            </a:r>
          </a:p>
        </p:txBody>
      </p:sp>
      <p:sp>
        <p:nvSpPr>
          <p:cNvPr id="14" name="Content Placeholder 7">
            <a:extLst>
              <a:ext uri="{FF2B5EF4-FFF2-40B4-BE49-F238E27FC236}">
                <a16:creationId xmlns:a16="http://schemas.microsoft.com/office/drawing/2014/main" id="{8146C8E0-C7B1-6C97-E3D5-040F26B8ECB6}"/>
              </a:ext>
            </a:extLst>
          </p:cNvPr>
          <p:cNvSpPr>
            <a:spLocks noGrp="1"/>
          </p:cNvSpPr>
          <p:nvPr>
            <p:ph sz="quarter" idx="14"/>
          </p:nvPr>
        </p:nvSpPr>
        <p:spPr>
          <a:xfrm>
            <a:off x="533399" y="4662650"/>
            <a:ext cx="4659735" cy="1681305"/>
          </a:xfrm>
        </p:spPr>
        <p:txBody>
          <a:bodyPr/>
          <a:lstStyle>
            <a:lvl1pPr>
              <a:buNone/>
              <a:defRPr>
                <a:latin typeface="+mn-lt"/>
              </a:defRPr>
            </a:lvl1pPr>
            <a:lvl2pPr>
              <a:buNone/>
              <a:defRPr>
                <a:latin typeface="+mn-lt"/>
              </a:defRPr>
            </a:lvl2pPr>
            <a:lvl3pPr>
              <a:buNone/>
              <a:defRPr>
                <a:latin typeface="+mn-lt"/>
              </a:defRPr>
            </a:lvl3pPr>
            <a:lvl4pPr>
              <a:buNone/>
              <a:defRPr>
                <a:latin typeface="+mn-lt"/>
              </a:defRPr>
            </a:lvl4pPr>
            <a:lvl5pPr>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3" name="Group 2">
            <a:extLst>
              <a:ext uri="{FF2B5EF4-FFF2-40B4-BE49-F238E27FC236}">
                <a16:creationId xmlns:a16="http://schemas.microsoft.com/office/drawing/2014/main" id="{B504091C-4F29-1ED6-85D1-239E57863706}"/>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A7779D61-C627-076D-9A78-D179D1749148}"/>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01D32E20-2C60-CF96-7696-C6E7505116D1}"/>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F5BD25E-14E3-E0A9-53A9-102BB47868BD}"/>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8697242"/>
      </p:ext>
    </p:extLst>
  </p:cSld>
  <p:clrMapOvr>
    <a:masterClrMapping/>
  </p:clrMapOvr>
</p:sldLayout>
</file>

<file path=ppt/slideLayouts/slideLayout_8000001D_B888093B.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ADEF54D-4160-5DF9-DD68-F71308AAB222}"/>
              </a:ext>
            </a:extLst>
          </p:cNvPr>
          <p:cNvGrpSpPr/>
          <p:nvPr userDrawn="1"/>
        </p:nvGrpSpPr>
        <p:grpSpPr>
          <a:xfrm flipH="1">
            <a:off x="152400" y="3318486"/>
            <a:ext cx="5943600" cy="3539514"/>
            <a:chOff x="60960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F93B3037-0086-1CF3-29F1-87F5431D5504}"/>
                </a:ext>
              </a:extLst>
            </p:cNvPr>
            <p:cNvSpPr/>
            <p:nvPr/>
          </p:nvSpPr>
          <p:spPr>
            <a:xfrm>
              <a:off x="11651748" y="40247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3"/>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F87EDF7-D74B-0BA8-7900-6A9EFFC7866D}"/>
                </a:ext>
              </a:extLst>
            </p:cNvPr>
            <p:cNvSpPr/>
            <p:nvPr/>
          </p:nvSpPr>
          <p:spPr>
            <a:xfrm flipH="1">
              <a:off x="6096000"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07C60FF-BE3F-20DA-69EA-B9C6B9C4266F}"/>
                </a:ext>
              </a:extLst>
            </p:cNvPr>
            <p:cNvSpPr/>
            <p:nvPr/>
          </p:nvSpPr>
          <p:spPr>
            <a:xfrm rot="1580702" flipH="1">
              <a:off x="9512342"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itle 11">
            <a:extLst>
              <a:ext uri="{FF2B5EF4-FFF2-40B4-BE49-F238E27FC236}">
                <a16:creationId xmlns:a16="http://schemas.microsoft.com/office/drawing/2014/main" id="{09661B4B-F50F-0E73-DCDE-68FFF7EE78FF}"/>
              </a:ext>
            </a:extLst>
          </p:cNvPr>
          <p:cNvSpPr>
            <a:spLocks noGrp="1"/>
          </p:cNvSpPr>
          <p:nvPr>
            <p:ph type="title"/>
          </p:nvPr>
        </p:nvSpPr>
        <p:spPr>
          <a:xfrm>
            <a:off x="533400" y="533399"/>
            <a:ext cx="4956175" cy="2521911"/>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73119" y="552783"/>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095923003"/>
      </p:ext>
    </p:extLst>
  </p:cSld>
  <p:clrMapOvr>
    <a:masterClrMapping/>
  </p:clrMapOvr>
</p:sldLayout>
</file>

<file path=ppt/slideLayouts/slideLayout_8000001E_12167DAD.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4956175" cy="2521911"/>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3399" y="3461250"/>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15" name="Group 14">
            <a:extLst>
              <a:ext uri="{FF2B5EF4-FFF2-40B4-BE49-F238E27FC236}">
                <a16:creationId xmlns:a16="http://schemas.microsoft.com/office/drawing/2014/main" id="{24937C80-2D2B-680E-44B1-E087C65B872D}"/>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16" name="Freeform 15">
              <a:extLst>
                <a:ext uri="{FF2B5EF4-FFF2-40B4-BE49-F238E27FC236}">
                  <a16:creationId xmlns:a16="http://schemas.microsoft.com/office/drawing/2014/main" id="{C5BC9EAC-ED0F-B1FF-4B84-2C42F46E76EE}"/>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Oval 16">
              <a:extLst>
                <a:ext uri="{FF2B5EF4-FFF2-40B4-BE49-F238E27FC236}">
                  <a16:creationId xmlns:a16="http://schemas.microsoft.com/office/drawing/2014/main" id="{24A64B39-F459-D3F6-E483-60DD8BBDB4A3}"/>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EC8AE27-B12C-0C07-1C85-AEF653C268A5}"/>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463853"/>
      </p:ext>
    </p:extLst>
  </p:cSld>
  <p:clrMapOvr>
    <a:masterClrMapping/>
  </p:clrMapOvr>
</p:sldLayout>
</file>

<file path=ppt/slideLayouts/slideLayout_8000001F_443D7C3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A956324-E79E-5311-FAEA-78BDEA633B37}"/>
              </a:ext>
            </a:extLst>
          </p:cNvPr>
          <p:cNvGrpSpPr/>
          <p:nvPr userDrawn="1"/>
        </p:nvGrpSpPr>
        <p:grpSpPr>
          <a:xfrm>
            <a:off x="152400" y="3318486"/>
            <a:ext cx="5943600" cy="3539514"/>
            <a:chOff x="1524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DB5D04A4-91F8-A2DD-A4D4-F76EA237127F}"/>
                </a:ext>
              </a:extLst>
            </p:cNvPr>
            <p:cNvSpPr/>
            <p:nvPr/>
          </p:nvSpPr>
          <p:spPr>
            <a:xfrm flipH="1">
              <a:off x="152400" y="4024783"/>
              <a:ext cx="387852" cy="2117500"/>
            </a:xfrm>
            <a:custGeom>
              <a:avLst/>
              <a:gdLst>
                <a:gd name="connsiteX0" fmla="*/ 387852 w 387852"/>
                <a:gd name="connsiteY0" fmla="*/ 0 h 2117500"/>
                <a:gd name="connsiteX1" fmla="*/ 332888 w 387852"/>
                <a:gd name="connsiteY1" fmla="*/ 66200 h 2117500"/>
                <a:gd name="connsiteX2" fmla="*/ 0 w 387852"/>
                <a:gd name="connsiteY2" fmla="*/ 1058749 h 2117500"/>
                <a:gd name="connsiteX3" fmla="*/ 332888 w 387852"/>
                <a:gd name="connsiteY3" fmla="*/ 2051300 h 2117500"/>
                <a:gd name="connsiteX4" fmla="*/ 387852 w 387852"/>
                <a:gd name="connsiteY4" fmla="*/ 21175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32888" y="66200"/>
                  </a:lnTo>
                  <a:cubicBezTo>
                    <a:pt x="123951" y="342123"/>
                    <a:pt x="0" y="685961"/>
                    <a:pt x="0" y="1058749"/>
                  </a:cubicBezTo>
                  <a:cubicBezTo>
                    <a:pt x="0" y="1431538"/>
                    <a:pt x="123951" y="1775377"/>
                    <a:pt x="332888" y="2051300"/>
                  </a:cubicBezTo>
                  <a:lnTo>
                    <a:pt x="387852" y="21175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5902568D-DC48-E5CC-71F4-202ADBA340FE}"/>
                </a:ext>
              </a:extLst>
            </p:cNvPr>
            <p:cNvSpPr/>
            <p:nvPr/>
          </p:nvSpPr>
          <p:spPr>
            <a:xfrm>
              <a:off x="2804601"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1AD0D60-E6CE-D4C2-D8B8-EFFA77FEC6F2}"/>
                </a:ext>
              </a:extLst>
            </p:cNvPr>
            <p:cNvSpPr/>
            <p:nvPr/>
          </p:nvSpPr>
          <p:spPr>
            <a:xfrm rot="20019298">
              <a:off x="665195"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0"/>
            <a:ext cx="3491457" cy="40954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210" y="533401"/>
            <a:ext cx="6477389" cy="409547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144880185"/>
      </p:ext>
    </p:extLst>
  </p:cSld>
  <p:clrMapOvr>
    <a:masterClrMapping/>
  </p:clrMapOvr>
</p:sldLayout>
</file>

<file path=ppt/slideLayouts/slideLayout_8000002A_F81DAD61.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4">
            <a:alpha val="10000"/>
          </a:schemeClr>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20219CD5-DC5B-EFA8-5DF8-F7D6FAE6C85B}"/>
              </a:ext>
            </a:extLst>
          </p:cNvPr>
          <p:cNvSpPr/>
          <p:nvPr userDrawn="1"/>
        </p:nvSpPr>
        <p:spPr>
          <a:xfrm rot="20019298">
            <a:off x="7946921" y="-88438"/>
            <a:ext cx="4005436" cy="7037752"/>
          </a:xfrm>
          <a:custGeom>
            <a:avLst/>
            <a:gdLst>
              <a:gd name="connsiteX0" fmla="*/ 1407172 w 4005436"/>
              <a:gd name="connsiteY0" fmla="*/ 6879551 h 7037752"/>
              <a:gd name="connsiteX1" fmla="*/ 2002718 w 4005436"/>
              <a:gd name="connsiteY1" fmla="*/ 7037752 h 7037752"/>
              <a:gd name="connsiteX2" fmla="*/ 2598265 w 4005436"/>
              <a:gd name="connsiteY2" fmla="*/ 6879550 h 7037752"/>
              <a:gd name="connsiteX3" fmla="*/ 2704498 w 4005436"/>
              <a:gd name="connsiteY3" fmla="*/ 6811233 h 7037752"/>
              <a:gd name="connsiteX4" fmla="*/ 3956793 w 4005436"/>
              <a:gd name="connsiteY4" fmla="*/ 4282413 h 7037752"/>
              <a:gd name="connsiteX5" fmla="*/ 3964748 w 4005436"/>
              <a:gd name="connsiteY5" fmla="*/ 4228052 h 7037752"/>
              <a:gd name="connsiteX6" fmla="*/ 4005436 w 4005436"/>
              <a:gd name="connsiteY6" fmla="*/ 3518876 h 7037752"/>
              <a:gd name="connsiteX7" fmla="*/ 2002718 w 4005436"/>
              <a:gd name="connsiteY7" fmla="*/ 0 h 7037752"/>
              <a:gd name="connsiteX8" fmla="*/ 0 w 4005436"/>
              <a:gd name="connsiteY8" fmla="*/ 3518876 h 7037752"/>
              <a:gd name="connsiteX9" fmla="*/ 1407172 w 4005436"/>
              <a:gd name="connsiteY9" fmla="*/ 6879551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407172" y="6879551"/>
                </a:moveTo>
                <a:cubicBezTo>
                  <a:pt x="1595304" y="6982365"/>
                  <a:pt x="1795330" y="7037752"/>
                  <a:pt x="2002718" y="7037752"/>
                </a:cubicBezTo>
                <a:cubicBezTo>
                  <a:pt x="2210106" y="7037752"/>
                  <a:pt x="2410133" y="6982365"/>
                  <a:pt x="2598265" y="6879550"/>
                </a:cubicBezTo>
                <a:lnTo>
                  <a:pt x="2704498" y="6811233"/>
                </a:lnTo>
                <a:lnTo>
                  <a:pt x="3956793" y="4282413"/>
                </a:lnTo>
                <a:lnTo>
                  <a:pt x="3964748" y="4228052"/>
                </a:lnTo>
                <a:cubicBezTo>
                  <a:pt x="3991426" y="3998982"/>
                  <a:pt x="4005436" y="3761804"/>
                  <a:pt x="4005436" y="3518876"/>
                </a:cubicBezTo>
                <a:cubicBezTo>
                  <a:pt x="4005436" y="1575454"/>
                  <a:pt x="3108789" y="0"/>
                  <a:pt x="2002718" y="0"/>
                </a:cubicBezTo>
                <a:cubicBezTo>
                  <a:pt x="896647" y="0"/>
                  <a:pt x="0" y="1575454"/>
                  <a:pt x="0" y="3518876"/>
                </a:cubicBezTo>
                <a:cubicBezTo>
                  <a:pt x="0" y="5097906"/>
                  <a:pt x="591927" y="6434020"/>
                  <a:pt x="1407172" y="6879551"/>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610600" y="990511"/>
            <a:ext cx="2276856" cy="1858941"/>
          </a:xfrm>
        </p:spPr>
        <p:txBody>
          <a:bodyPr anchor="b"/>
          <a:lstStyle/>
          <a:p>
            <a:r>
              <a:rPr lang="en-US"/>
              <a:t>Click to edit Master title style</a:t>
            </a:r>
          </a:p>
        </p:txBody>
      </p:sp>
      <p:sp>
        <p:nvSpPr>
          <p:cNvPr id="13" name="Picture Placeholder 13">
            <a:extLst>
              <a:ext uri="{FF2B5EF4-FFF2-40B4-BE49-F238E27FC236}">
                <a16:creationId xmlns:a16="http://schemas.microsoft.com/office/drawing/2014/main" id="{69FEC478-99B0-EEC3-65B0-04416E8FBEE4}"/>
              </a:ext>
            </a:extLst>
          </p:cNvPr>
          <p:cNvSpPr>
            <a:spLocks noGrp="1"/>
          </p:cNvSpPr>
          <p:nvPr>
            <p:ph type="pic" sz="quarter" idx="18" hasCustomPrompt="1"/>
          </p:nvPr>
        </p:nvSpPr>
        <p:spPr>
          <a:xfrm>
            <a:off x="152399" y="164721"/>
            <a:ext cx="7546093" cy="6528558"/>
          </a:xfrm>
          <a:custGeom>
            <a:avLst/>
            <a:gdLst>
              <a:gd name="connsiteX0" fmla="*/ 0 w 7546093"/>
              <a:gd name="connsiteY0" fmla="*/ 0 h 6528558"/>
              <a:gd name="connsiteX1" fmla="*/ 4587849 w 7546093"/>
              <a:gd name="connsiteY1" fmla="*/ 0 h 6528558"/>
              <a:gd name="connsiteX2" fmla="*/ 4608452 w 7546093"/>
              <a:gd name="connsiteY2" fmla="*/ 1040 h 6528558"/>
              <a:gd name="connsiteX3" fmla="*/ 7531231 w 7546093"/>
              <a:gd name="connsiteY3" fmla="*/ 2942432 h 6528558"/>
              <a:gd name="connsiteX4" fmla="*/ 7546093 w 7546093"/>
              <a:gd name="connsiteY4" fmla="*/ 3256332 h 6528558"/>
              <a:gd name="connsiteX5" fmla="*/ 7546093 w 7546093"/>
              <a:gd name="connsiteY5" fmla="*/ 3256372 h 6528558"/>
              <a:gd name="connsiteX6" fmla="*/ 7531231 w 7546093"/>
              <a:gd name="connsiteY6" fmla="*/ 3570272 h 6528558"/>
              <a:gd name="connsiteX7" fmla="*/ 4608452 w 7546093"/>
              <a:gd name="connsiteY7" fmla="*/ 6511665 h 6528558"/>
              <a:gd name="connsiteX8" fmla="*/ 4314299 w 7546093"/>
              <a:gd name="connsiteY8" fmla="*/ 6526519 h 6528558"/>
              <a:gd name="connsiteX9" fmla="*/ 4314299 w 7546093"/>
              <a:gd name="connsiteY9" fmla="*/ 6528558 h 6528558"/>
              <a:gd name="connsiteX10" fmla="*/ 4273888 w 7546093"/>
              <a:gd name="connsiteY10" fmla="*/ 6528558 h 6528558"/>
              <a:gd name="connsiteX11" fmla="*/ 0 w 7546093"/>
              <a:gd name="connsiteY11" fmla="*/ 6528558 h 65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46093" h="6528558">
                <a:moveTo>
                  <a:pt x="0" y="0"/>
                </a:moveTo>
                <a:lnTo>
                  <a:pt x="4587849" y="0"/>
                </a:lnTo>
                <a:lnTo>
                  <a:pt x="4608452" y="1040"/>
                </a:lnTo>
                <a:cubicBezTo>
                  <a:pt x="6155356" y="158136"/>
                  <a:pt x="7383727" y="1392713"/>
                  <a:pt x="7531231" y="2942432"/>
                </a:cubicBezTo>
                <a:lnTo>
                  <a:pt x="7546093" y="3256332"/>
                </a:lnTo>
                <a:lnTo>
                  <a:pt x="7546093" y="3256372"/>
                </a:lnTo>
                <a:lnTo>
                  <a:pt x="7531231" y="3570272"/>
                </a:lnTo>
                <a:cubicBezTo>
                  <a:pt x="7383727" y="5119992"/>
                  <a:pt x="6155356" y="6354569"/>
                  <a:pt x="4608452" y="6511665"/>
                </a:cubicBezTo>
                <a:lnTo>
                  <a:pt x="4314299" y="6526519"/>
                </a:lnTo>
                <a:lnTo>
                  <a:pt x="4314299" y="6528558"/>
                </a:lnTo>
                <a:lnTo>
                  <a:pt x="4273888" y="6528558"/>
                </a:lnTo>
                <a:lnTo>
                  <a:pt x="0" y="6528558"/>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611593" y="3011335"/>
            <a:ext cx="2276856"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FAD7B7F7-7F90-4F0B-A996-5443656EFF4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4162694497"/>
      </p:ext>
    </p:extLst>
  </p:cSld>
  <p:clrMapOvr>
    <a:masterClrMapping/>
  </p:clrMapOvr>
</p:sldLayout>
</file>

<file path=ppt/slideLayouts/slideLayout_8000002B_3137039C.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accent4">
            <a:alpha val="1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AD72708-2B95-BB79-3164-6243FC090627}"/>
              </a:ext>
            </a:extLst>
          </p:cNvPr>
          <p:cNvSpPr/>
          <p:nvPr userDrawn="1"/>
        </p:nvSpPr>
        <p:spPr>
          <a:xfrm rot="1580702" flipH="1">
            <a:off x="315841" y="-88437"/>
            <a:ext cx="4005436" cy="7037752"/>
          </a:xfrm>
          <a:custGeom>
            <a:avLst/>
            <a:gdLst>
              <a:gd name="connsiteX0" fmla="*/ 1502208 w 4005436"/>
              <a:gd name="connsiteY0" fmla="*/ 6926968 h 7037752"/>
              <a:gd name="connsiteX1" fmla="*/ 0 w 4005436"/>
              <a:gd name="connsiteY1" fmla="*/ 3518876 h 7037752"/>
              <a:gd name="connsiteX2" fmla="*/ 2002718 w 4005436"/>
              <a:gd name="connsiteY2" fmla="*/ 0 h 7037752"/>
              <a:gd name="connsiteX3" fmla="*/ 4005436 w 4005436"/>
              <a:gd name="connsiteY3" fmla="*/ 3518876 h 7037752"/>
              <a:gd name="connsiteX4" fmla="*/ 3915398 w 4005436"/>
              <a:gd name="connsiteY4" fmla="*/ 4565282 h 7037752"/>
              <a:gd name="connsiteX5" fmla="*/ 3905874 w 4005436"/>
              <a:gd name="connsiteY5" fmla="*/ 4611004 h 7037752"/>
              <a:gd name="connsiteX6" fmla="*/ 2883498 w 4005436"/>
              <a:gd name="connsiteY6" fmla="*/ 6675537 h 7037752"/>
              <a:gd name="connsiteX7" fmla="*/ 2782266 w 4005436"/>
              <a:gd name="connsiteY7" fmla="*/ 6761221 h 7037752"/>
              <a:gd name="connsiteX8" fmla="*/ 2002718 w 4005436"/>
              <a:gd name="connsiteY8" fmla="*/ 7037752 h 7037752"/>
              <a:gd name="connsiteX9" fmla="*/ 1502208 w 4005436"/>
              <a:gd name="connsiteY9" fmla="*/ 6926968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502208" y="6926968"/>
                </a:moveTo>
                <a:cubicBezTo>
                  <a:pt x="638336" y="6536439"/>
                  <a:pt x="0" y="5158638"/>
                  <a:pt x="0" y="3518876"/>
                </a:cubicBezTo>
                <a:cubicBezTo>
                  <a:pt x="0" y="1575454"/>
                  <a:pt x="896647" y="0"/>
                  <a:pt x="2002718" y="0"/>
                </a:cubicBezTo>
                <a:cubicBezTo>
                  <a:pt x="3108789" y="0"/>
                  <a:pt x="4005436" y="1575454"/>
                  <a:pt x="4005436" y="3518876"/>
                </a:cubicBezTo>
                <a:cubicBezTo>
                  <a:pt x="4005436" y="3883268"/>
                  <a:pt x="3973913" y="4234723"/>
                  <a:pt x="3915398" y="4565282"/>
                </a:cubicBezTo>
                <a:lnTo>
                  <a:pt x="3905874" y="4611004"/>
                </a:lnTo>
                <a:lnTo>
                  <a:pt x="2883498" y="6675537"/>
                </a:lnTo>
                <a:lnTo>
                  <a:pt x="2782266" y="6761221"/>
                </a:lnTo>
                <a:cubicBezTo>
                  <a:pt x="2542664" y="6939286"/>
                  <a:pt x="2279236" y="7037752"/>
                  <a:pt x="2002718" y="7037752"/>
                </a:cubicBezTo>
                <a:cubicBezTo>
                  <a:pt x="1829894" y="7037752"/>
                  <a:pt x="1662184" y="6999289"/>
                  <a:pt x="1502208" y="6926968"/>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01365" y="990511"/>
            <a:ext cx="2280035"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96451" y="3011335"/>
            <a:ext cx="2280035"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13">
            <a:extLst>
              <a:ext uri="{FF2B5EF4-FFF2-40B4-BE49-F238E27FC236}">
                <a16:creationId xmlns:a16="http://schemas.microsoft.com/office/drawing/2014/main" id="{DC0F35B6-D31B-9BC3-EFBD-789AE72074D5}"/>
              </a:ext>
            </a:extLst>
          </p:cNvPr>
          <p:cNvSpPr>
            <a:spLocks noGrp="1"/>
          </p:cNvSpPr>
          <p:nvPr>
            <p:ph type="pic" sz="quarter" idx="18" hasCustomPrompt="1"/>
          </p:nvPr>
        </p:nvSpPr>
        <p:spPr>
          <a:xfrm>
            <a:off x="4569707" y="167600"/>
            <a:ext cx="7469893" cy="6522800"/>
          </a:xfrm>
          <a:custGeom>
            <a:avLst/>
            <a:gdLst>
              <a:gd name="connsiteX0" fmla="*/ 3231795 w 7469893"/>
              <a:gd name="connsiteY0" fmla="*/ 0 h 6522800"/>
              <a:gd name="connsiteX1" fmla="*/ 3272207 w 7469893"/>
              <a:gd name="connsiteY1" fmla="*/ 0 h 6522800"/>
              <a:gd name="connsiteX2" fmla="*/ 7469893 w 7469893"/>
              <a:gd name="connsiteY2" fmla="*/ 0 h 6522800"/>
              <a:gd name="connsiteX3" fmla="*/ 7469893 w 7469893"/>
              <a:gd name="connsiteY3" fmla="*/ 6522800 h 6522800"/>
              <a:gd name="connsiteX4" fmla="*/ 2906071 w 7469893"/>
              <a:gd name="connsiteY4" fmla="*/ 6522800 h 6522800"/>
              <a:gd name="connsiteX5" fmla="*/ 2632735 w 7469893"/>
              <a:gd name="connsiteY5" fmla="*/ 6481958 h 6522800"/>
              <a:gd name="connsiteX6" fmla="*/ 0 w 7469893"/>
              <a:gd name="connsiteY6" fmla="*/ 3272207 h 6522800"/>
              <a:gd name="connsiteX7" fmla="*/ 2937642 w 7469893"/>
              <a:gd name="connsiteY7" fmla="*/ 16894 h 6522800"/>
              <a:gd name="connsiteX8" fmla="*/ 3231795 w 7469893"/>
              <a:gd name="connsiteY8" fmla="*/ 2040 h 65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9893" h="6522800">
                <a:moveTo>
                  <a:pt x="3231795" y="0"/>
                </a:moveTo>
                <a:lnTo>
                  <a:pt x="3272207" y="0"/>
                </a:lnTo>
                <a:lnTo>
                  <a:pt x="7469893" y="0"/>
                </a:lnTo>
                <a:lnTo>
                  <a:pt x="7469893" y="6522800"/>
                </a:lnTo>
                <a:lnTo>
                  <a:pt x="2906071" y="6522800"/>
                </a:lnTo>
                <a:lnTo>
                  <a:pt x="2632735" y="6481958"/>
                </a:lnTo>
                <a:cubicBezTo>
                  <a:pt x="1131690" y="6184586"/>
                  <a:pt x="0" y="4860556"/>
                  <a:pt x="0" y="3272207"/>
                </a:cubicBezTo>
                <a:cubicBezTo>
                  <a:pt x="0" y="1577966"/>
                  <a:pt x="1287611" y="184463"/>
                  <a:pt x="2937642" y="16894"/>
                </a:cubicBezTo>
                <a:lnTo>
                  <a:pt x="3231795" y="2040"/>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28486" y="6343955"/>
            <a:ext cx="1491671"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0DC7C452-D184-4E1C-9715-1EB66D4CEEA2}"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825688988"/>
      </p:ext>
    </p:extLst>
  </p:cSld>
  <p:clrMapOvr>
    <a:masterClrMapping/>
  </p:clrMapOvr>
</p:sldLayout>
</file>

<file path=ppt/slideLayouts/slideLayout_8000002C_C16416A6.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012269"/>
            <a:ext cx="3962400" cy="70273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448621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502591" cy="1159933"/>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86C921-50A5-4289-8B96-30101E64A548}"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44562086"/>
      </p:ext>
    </p:extLst>
  </p:cSld>
  <p:clrMapOvr>
    <a:masterClrMapping/>
  </p:clrMapOvr>
</p:sldLayout>
</file>

<file path=ppt/slideLayouts/slideLayout_8000002D_3F59CCE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880757"/>
            <a:ext cx="3124200" cy="1148443"/>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329441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536230" cy="2463197"/>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948B66-4D7B-4FF2-9F42-B85226272225}"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062849769"/>
      </p:ext>
    </p:extLst>
  </p:cSld>
  <p:clrMapOvr>
    <a:masterClrMapping/>
  </p:clrMapOvr>
</p:sldLayout>
</file>

<file path=ppt/slideLayouts/slideLayout_8000002E_D1A2725D.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1"/>
            <a:ext cx="3098073" cy="1142999"/>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152400"/>
            <a:ext cx="2867227"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152400"/>
            <a:ext cx="1559379" cy="365125"/>
          </a:xfrm>
        </p:spPr>
        <p:txBody>
          <a:bodyPr/>
          <a:lstStyle/>
          <a:p>
            <a:fld id="{6D1D18D0-7308-42C5-B784-8892F327ABD3}"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152400"/>
            <a:ext cx="513449"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533399"/>
            <a:ext cx="7536230" cy="2459736"/>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52399" y="3636525"/>
            <a:ext cx="11887201" cy="3069076"/>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17084253"/>
      </p:ext>
    </p:extLst>
  </p:cSld>
  <p:clrMapOvr>
    <a:masterClrMapping/>
  </p:clrMapOvr>
</p:sldLayout>
</file>

<file path=ppt/slideLayouts/slideLayout_8000002F_12D59F87.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59341"/>
            <a:ext cx="11125199" cy="659860"/>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4716517"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152400"/>
            <a:ext cx="1449697" cy="365125"/>
          </a:xfrm>
        </p:spPr>
        <p:txBody>
          <a:bodyPr/>
          <a:lstStyle/>
          <a:p>
            <a:fld id="{6C46EC71-0129-40A3-85CE-244216EACC39}"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2" y="152400"/>
            <a:ext cx="522307"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1912399"/>
            <a:ext cx="4716516" cy="44122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0" y="1912398"/>
            <a:ext cx="6301739" cy="479668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grpSp>
        <p:nvGrpSpPr>
          <p:cNvPr id="3" name="Group 2">
            <a:extLst>
              <a:ext uri="{FF2B5EF4-FFF2-40B4-BE49-F238E27FC236}">
                <a16:creationId xmlns:a16="http://schemas.microsoft.com/office/drawing/2014/main" id="{F940C24D-FF4E-8AAF-2910-D50A3A251652}"/>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0138C3D8-BB2E-E3B6-280F-9E743B4B7B8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C3174D68-1212-7186-915B-3F82519AAA9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08C56CE-E9E2-5BC6-3882-4888D89D6807}"/>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5989895"/>
      </p:ext>
    </p:extLst>
  </p:cSld>
  <p:clrMapOvr>
    <a:masterClrMapping/>
  </p:clrMapOvr>
</p:sldLayout>
</file>

<file path=ppt/slideLayouts/slideLayout_8000003A_EA96992A.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solidFill>
            <a:schemeClr val="accent2">
              <a:lumMod val="60000"/>
              <a:lumOff val="40000"/>
            </a:schemeClr>
          </a:solid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5738154"/>
      </p:ext>
    </p:extLst>
  </p:cSld>
  <p:clrMapOvr>
    <a:masterClrMapping/>
  </p:clrMapOvr>
</p:sldLayout>
</file>

<file path=ppt/slideLayouts/slideLayout_8000003B_85B07A76.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4">
            <a:lumMod val="20000"/>
            <a:lumOff val="8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no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242935414"/>
      </p:ext>
    </p:extLst>
  </p:cSld>
  <p:clrMapOvr>
    <a:masterClrMapping/>
  </p:clrMapOvr>
</p:sldLayout>
</file>

<file path=ppt/slideLayouts/slideLayout_8000003C_8F51C09F.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125865"/>
            <a:ext cx="9226574" cy="4627880"/>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grpSp>
        <p:nvGrpSpPr>
          <p:cNvPr id="6" name="Group 5">
            <a:extLst>
              <a:ext uri="{FF2B5EF4-FFF2-40B4-BE49-F238E27FC236}">
                <a16:creationId xmlns:a16="http://schemas.microsoft.com/office/drawing/2014/main" id="{957D5DCB-C78A-3045-4A42-D1BAF957307A}"/>
              </a:ext>
            </a:extLst>
          </p:cNvPr>
          <p:cNvGrpSpPr/>
          <p:nvPr userDrawn="1"/>
        </p:nvGrpSpPr>
        <p:grpSpPr>
          <a:xfrm flipH="1" flipV="1">
            <a:off x="152400" y="-88436"/>
            <a:ext cx="11887200" cy="7037751"/>
            <a:chOff x="152400" y="-88436"/>
            <a:chExt cx="11887200" cy="7037751"/>
          </a:xfrm>
        </p:grpSpPr>
        <p:sp>
          <p:nvSpPr>
            <p:cNvPr id="8" name="Freeform 7">
              <a:extLst>
                <a:ext uri="{FF2B5EF4-FFF2-40B4-BE49-F238E27FC236}">
                  <a16:creationId xmlns:a16="http://schemas.microsoft.com/office/drawing/2014/main" id="{9DA47DF6-7422-370F-C575-3584C4CB05A9}"/>
                </a:ext>
              </a:extLst>
            </p:cNvPr>
            <p:cNvSpPr/>
            <p:nvPr/>
          </p:nvSpPr>
          <p:spPr>
            <a:xfrm>
              <a:off x="5217408" y="148866"/>
              <a:ext cx="6822192" cy="6544413"/>
            </a:xfrm>
            <a:custGeom>
              <a:avLst/>
              <a:gdLst>
                <a:gd name="connsiteX0" fmla="*/ 3231794 w 6822192"/>
                <a:gd name="connsiteY0" fmla="*/ 0 h 6544413"/>
                <a:gd name="connsiteX1" fmla="*/ 3272206 w 6822192"/>
                <a:gd name="connsiteY1" fmla="*/ 0 h 6544413"/>
                <a:gd name="connsiteX2" fmla="*/ 6822192 w 6822192"/>
                <a:gd name="connsiteY2" fmla="*/ 0 h 6544413"/>
                <a:gd name="connsiteX3" fmla="*/ 6822192 w 6822192"/>
                <a:gd name="connsiteY3" fmla="*/ 6544413 h 6544413"/>
                <a:gd name="connsiteX4" fmla="*/ 3272206 w 6822192"/>
                <a:gd name="connsiteY4" fmla="*/ 6544413 h 6544413"/>
                <a:gd name="connsiteX5" fmla="*/ 3231794 w 6822192"/>
                <a:gd name="connsiteY5" fmla="*/ 6544413 h 6544413"/>
                <a:gd name="connsiteX6" fmla="*/ 3231794 w 6822192"/>
                <a:gd name="connsiteY6" fmla="*/ 6542374 h 6544413"/>
                <a:gd name="connsiteX7" fmla="*/ 2937641 w 6822192"/>
                <a:gd name="connsiteY7" fmla="*/ 6527520 h 6544413"/>
                <a:gd name="connsiteX8" fmla="*/ 0 w 6822192"/>
                <a:gd name="connsiteY8" fmla="*/ 3272207 h 6544413"/>
                <a:gd name="connsiteX9" fmla="*/ 2937641 w 6822192"/>
                <a:gd name="connsiteY9" fmla="*/ 16895 h 6544413"/>
                <a:gd name="connsiteX10" fmla="*/ 3231794 w 6822192"/>
                <a:gd name="connsiteY10" fmla="*/ 2041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2" h="6544413">
                  <a:moveTo>
                    <a:pt x="3231794" y="0"/>
                  </a:moveTo>
                  <a:lnTo>
                    <a:pt x="3272206" y="0"/>
                  </a:lnTo>
                  <a:lnTo>
                    <a:pt x="6822192" y="0"/>
                  </a:lnTo>
                  <a:lnTo>
                    <a:pt x="6822192" y="6544413"/>
                  </a:lnTo>
                  <a:lnTo>
                    <a:pt x="3272206" y="6544413"/>
                  </a:lnTo>
                  <a:lnTo>
                    <a:pt x="3231794" y="6544413"/>
                  </a:lnTo>
                  <a:lnTo>
                    <a:pt x="3231794" y="6542374"/>
                  </a:lnTo>
                  <a:lnTo>
                    <a:pt x="2937641" y="6527520"/>
                  </a:lnTo>
                  <a:cubicBezTo>
                    <a:pt x="1287610" y="6359951"/>
                    <a:pt x="0" y="4966448"/>
                    <a:pt x="0" y="3272207"/>
                  </a:cubicBezTo>
                  <a:cubicBezTo>
                    <a:pt x="0" y="1577967"/>
                    <a:pt x="1287610" y="184464"/>
                    <a:pt x="2937641" y="16895"/>
                  </a:cubicBezTo>
                  <a:lnTo>
                    <a:pt x="3231794" y="204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A5D1B8AA-DC25-BD12-0C34-71C058CEE5B8}"/>
                </a:ext>
              </a:extLst>
            </p:cNvPr>
            <p:cNvSpPr/>
            <p:nvPr/>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456AC469-2947-1746-497A-AFAE40774752}"/>
                </a:ext>
              </a:extLst>
            </p:cNvPr>
            <p:cNvSpPr/>
            <p:nvPr/>
          </p:nvSpPr>
          <p:spPr>
            <a:xfrm rot="1580702" flipH="1">
              <a:off x="963543" y="-88436"/>
              <a:ext cx="4005435" cy="7037751"/>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04499615"/>
      </p:ext>
    </p:extLst>
  </p:cSld>
  <p:clrMapOvr>
    <a:masterClrMapping/>
  </p:clrMapOvr>
</p:sldLayout>
</file>

<file path=ppt/slideLayouts/slideLayout_8000003D_AAA4E36B.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09108B5-C429-31CF-031E-CED9C7D1A9A1}"/>
              </a:ext>
            </a:extLst>
          </p:cNvPr>
          <p:cNvSpPr>
            <a:spLocks noGrp="1"/>
          </p:cNvSpPr>
          <p:nvPr>
            <p:ph type="title" hasCustomPrompt="1"/>
          </p:nvPr>
        </p:nvSpPr>
        <p:spPr>
          <a:xfrm>
            <a:off x="533400" y="5750809"/>
            <a:ext cx="11125200" cy="590211"/>
          </a:xfrm>
        </p:spPr>
        <p:txBody>
          <a:bodyPr anchor="ct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
        <p:nvSpPr>
          <p:cNvPr id="11" name="Freeform 10">
            <a:extLst>
              <a:ext uri="{FF2B5EF4-FFF2-40B4-BE49-F238E27FC236}">
                <a16:creationId xmlns:a16="http://schemas.microsoft.com/office/drawing/2014/main" id="{337A93F4-1DC8-4F22-DF99-956D9D7BF7CA}"/>
              </a:ext>
            </a:extLst>
          </p:cNvPr>
          <p:cNvSpPr/>
          <p:nvPr userDrawn="1"/>
        </p:nvSpPr>
        <p:spPr>
          <a:xfrm flipV="1">
            <a:off x="152399" y="181515"/>
            <a:ext cx="11887202" cy="6458077"/>
          </a:xfrm>
          <a:custGeom>
            <a:avLst/>
            <a:gdLst>
              <a:gd name="connsiteX0" fmla="*/ 11887202 w 11887202"/>
              <a:gd name="connsiteY0" fmla="*/ 864612 h 6458077"/>
              <a:gd name="connsiteX1" fmla="*/ 11887202 w 11887202"/>
              <a:gd name="connsiteY1" fmla="*/ 5584272 h 6458077"/>
              <a:gd name="connsiteX2" fmla="*/ 11802450 w 11887202"/>
              <a:gd name="connsiteY2" fmla="*/ 5507244 h 6458077"/>
              <a:gd name="connsiteX3" fmla="*/ 10856879 w 11887202"/>
              <a:gd name="connsiteY3" fmla="*/ 3224438 h 6458077"/>
              <a:gd name="connsiteX4" fmla="*/ 11802450 w 11887202"/>
              <a:gd name="connsiteY4" fmla="*/ 941640 h 6458077"/>
              <a:gd name="connsiteX5" fmla="*/ 3228367 w 11887202"/>
              <a:gd name="connsiteY5" fmla="*/ 1351 h 6458077"/>
              <a:gd name="connsiteX6" fmla="*/ 6456736 w 11887202"/>
              <a:gd name="connsiteY6" fmla="*/ 3229719 h 6458077"/>
              <a:gd name="connsiteX7" fmla="*/ 3228367 w 11887202"/>
              <a:gd name="connsiteY7" fmla="*/ 6458077 h 6458077"/>
              <a:gd name="connsiteX8" fmla="*/ 0 w 11887202"/>
              <a:gd name="connsiteY8" fmla="*/ 3229719 h 6458077"/>
              <a:gd name="connsiteX9" fmla="*/ 3228367 w 11887202"/>
              <a:gd name="connsiteY9" fmla="*/ 1351 h 6458077"/>
              <a:gd name="connsiteX10" fmla="*/ 9660775 w 11887202"/>
              <a:gd name="connsiteY10" fmla="*/ 553 h 6458077"/>
              <a:gd name="connsiteX11" fmla="*/ 10151565 w 11887202"/>
              <a:gd name="connsiteY11" fmla="*/ 117417 h 6458077"/>
              <a:gd name="connsiteX12" fmla="*/ 10435757 w 11887202"/>
              <a:gd name="connsiteY12" fmla="*/ 4065627 h 6458077"/>
              <a:gd name="connsiteX13" fmla="*/ 7168123 w 11887202"/>
              <a:gd name="connsiteY13" fmla="*/ 6299815 h 6458077"/>
              <a:gd name="connsiteX14" fmla="*/ 6883933 w 11887202"/>
              <a:gd name="connsiteY14" fmla="*/ 2351584 h 6458077"/>
              <a:gd name="connsiteX15" fmla="*/ 9660775 w 11887202"/>
              <a:gd name="connsiteY15" fmla="*/ 553 h 645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87202" h="6458077">
                <a:moveTo>
                  <a:pt x="11887202" y="864612"/>
                </a:moveTo>
                <a:lnTo>
                  <a:pt x="11887202" y="5584272"/>
                </a:lnTo>
                <a:lnTo>
                  <a:pt x="11802450" y="5507244"/>
                </a:lnTo>
                <a:cubicBezTo>
                  <a:pt x="11218229" y="4923022"/>
                  <a:pt x="10856879" y="4115927"/>
                  <a:pt x="10856879" y="3224438"/>
                </a:cubicBezTo>
                <a:cubicBezTo>
                  <a:pt x="10856879" y="2332950"/>
                  <a:pt x="11218229" y="1525859"/>
                  <a:pt x="11802450" y="941640"/>
                </a:cubicBezTo>
                <a:close/>
                <a:moveTo>
                  <a:pt x="3228367" y="1351"/>
                </a:moveTo>
                <a:cubicBezTo>
                  <a:pt x="5011335" y="1351"/>
                  <a:pt x="6456736" y="1446742"/>
                  <a:pt x="6456736" y="3229719"/>
                </a:cubicBezTo>
                <a:cubicBezTo>
                  <a:pt x="6456736" y="5012677"/>
                  <a:pt x="5011335" y="6458077"/>
                  <a:pt x="3228367" y="6458077"/>
                </a:cubicBezTo>
                <a:cubicBezTo>
                  <a:pt x="1445390" y="6458077"/>
                  <a:pt x="0" y="5012677"/>
                  <a:pt x="0" y="3229719"/>
                </a:cubicBezTo>
                <a:cubicBezTo>
                  <a:pt x="1" y="1446742"/>
                  <a:pt x="1445390" y="1351"/>
                  <a:pt x="3228367" y="1351"/>
                </a:cubicBezTo>
                <a:close/>
                <a:moveTo>
                  <a:pt x="9660775" y="553"/>
                </a:moveTo>
                <a:cubicBezTo>
                  <a:pt x="9833292" y="5481"/>
                  <a:pt x="9998315" y="43461"/>
                  <a:pt x="10151565" y="117417"/>
                </a:cubicBezTo>
                <a:cubicBezTo>
                  <a:pt x="11132366" y="590741"/>
                  <a:pt x="11259636" y="2358418"/>
                  <a:pt x="10435757" y="4065627"/>
                </a:cubicBezTo>
                <a:cubicBezTo>
                  <a:pt x="9611925" y="5772802"/>
                  <a:pt x="8148926" y="6773070"/>
                  <a:pt x="7168123" y="6299815"/>
                </a:cubicBezTo>
                <a:cubicBezTo>
                  <a:pt x="6187323" y="5826465"/>
                  <a:pt x="6060053" y="4058797"/>
                  <a:pt x="6883933" y="2351584"/>
                </a:cubicBezTo>
                <a:cubicBezTo>
                  <a:pt x="7579040" y="911127"/>
                  <a:pt x="8729181" y="-26057"/>
                  <a:pt x="9660775" y="553"/>
                </a:cubicBezTo>
                <a:close/>
              </a:path>
            </a:pathLst>
          </a:custGeom>
          <a:noFill/>
          <a:ln w="1270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862932843"/>
      </p:ext>
    </p:extLst>
  </p:cSld>
  <p:clrMapOvr>
    <a:masterClrMapping/>
  </p:clrMapOvr>
</p:sldLayout>
</file>

<file path=ppt/slideLayouts/slideLayout_8000003E_B65C0F5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40000"/>
              <a:lumOff val="6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E3FA50EB-BD17-34CA-249D-4C6E63E2BDA6}"/>
              </a:ext>
            </a:extLst>
          </p:cNvPr>
          <p:cNvSpPr>
            <a:spLocks noGrp="1"/>
          </p:cNvSpPr>
          <p:nvPr>
            <p:ph type="title" hasCustomPrompt="1"/>
          </p:nvPr>
        </p:nvSpPr>
        <p:spPr>
          <a:xfrm>
            <a:off x="533400" y="5753743"/>
            <a:ext cx="11125200" cy="587277"/>
          </a:xfrm>
        </p:spPr>
        <p:txBody>
          <a:bodyPr anchor="ct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059486544"/>
      </p:ext>
    </p:extLst>
  </p:cSld>
  <p:clrMapOvr>
    <a:masterClrMapping/>
  </p:clrMapOvr>
</p:sldLayout>
</file>

<file path=ppt/slideLayouts/slideLayout_8000003F_9273C91C.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60000"/>
              <a:lumOff val="4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A741954E-5375-69D9-7FFE-F7AEAB2F9C70}"/>
              </a:ext>
            </a:extLst>
          </p:cNvPr>
          <p:cNvSpPr>
            <a:spLocks noGrp="1"/>
          </p:cNvSpPr>
          <p:nvPr>
            <p:ph type="title" hasCustomPrompt="1"/>
          </p:nvPr>
        </p:nvSpPr>
        <p:spPr>
          <a:xfrm>
            <a:off x="533400" y="5750809"/>
            <a:ext cx="11125200" cy="590211"/>
          </a:xfrm>
        </p:spPr>
        <p:txBody>
          <a:bodyPr anchor="ctr">
            <a:normAutofit/>
          </a:bodyP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57061660"/>
      </p:ext>
    </p:extLst>
  </p:cSld>
  <p:clrMapOvr>
    <a:masterClrMapping/>
  </p:clrMapOvr>
</p:sldLayout>
</file>

<file path=ppt/slideLayouts/slideLayout_8000004A_7C095A78.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080987768"/>
      </p:ext>
    </p:extLst>
  </p:cSld>
  <p:clrMapOvr>
    <a:overrideClrMapping bg1="lt1" tx1="dk1" bg2="lt2" tx2="dk2" accent1="accent1" accent2="accent2" accent3="accent3" accent4="accent4" accent5="accent5" accent6="accent6" hlink="hlink" folHlink="folHlink"/>
  </p:clrMapOvr>
</p:sldLayout>
</file>

<file path=ppt/slideLayouts/slideLayout_80000001_8EA2CD94.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2164793"/>
            <a:ext cx="9677400" cy="417916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889246" y="548640"/>
            <a:ext cx="7769354" cy="1200698"/>
          </a:xfrm>
        </p:spPr>
        <p:txBody>
          <a:bodyPr vert="horz" lIns="91440" tIns="45720" rIns="91440" bIns="45720" rtlCol="0" anchor="t">
            <a:normAutofit/>
          </a:bodyPr>
          <a:lstStyle>
            <a:lvl1pPr marL="0" indent="0" algn="r">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3930341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38D1D6B9.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953276089"/>
      </p:ext>
    </p:extLst>
  </p:cSld>
  <p:clrMapOvr>
    <a:masterClrMapping/>
  </p:clrMapOvr>
</p:sldLayout>
</file>

<file path=ppt/slideLayouts/slideLayout_80000003_319071CE.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7F1247F-6CA3-A0AC-44A6-A1DB2B11FED7}"/>
              </a:ext>
            </a:extLst>
          </p:cNvPr>
          <p:cNvGrpSpPr/>
          <p:nvPr userDrawn="1"/>
        </p:nvGrpSpPr>
        <p:grpSpPr>
          <a:xfrm>
            <a:off x="152400" y="-88436"/>
            <a:ext cx="11887200" cy="7037751"/>
            <a:chOff x="152400" y="-88436"/>
            <a:chExt cx="11887200" cy="7037751"/>
          </a:xfrm>
          <a:noFill/>
        </p:grpSpPr>
        <p:sp>
          <p:nvSpPr>
            <p:cNvPr id="8" name="Freeform 7">
              <a:extLst>
                <a:ext uri="{FF2B5EF4-FFF2-40B4-BE49-F238E27FC236}">
                  <a16:creationId xmlns:a16="http://schemas.microsoft.com/office/drawing/2014/main" id="{19E09CAD-312F-EC22-A135-F4D4DC77F355}"/>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C775823C-2B12-145A-6F6C-312613D93F42}"/>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5CBAB5CD-BDAA-735F-6FCD-CEFB5E869335}"/>
                </a:ext>
              </a:extLst>
            </p:cNvPr>
            <p:cNvSpPr/>
            <p:nvPr/>
          </p:nvSpPr>
          <p:spPr>
            <a:xfrm rot="20019298">
              <a:off x="5127522" y="-88436"/>
              <a:ext cx="4005435" cy="7037751"/>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8315499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42A38236.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F1C229C-CC40-78E3-EF09-D33D172EBA74}"/>
              </a:ext>
            </a:extLst>
          </p:cNvPr>
          <p:cNvGrpSpPr/>
          <p:nvPr userDrawn="1"/>
        </p:nvGrpSpPr>
        <p:grpSpPr>
          <a:xfrm>
            <a:off x="1676400" y="27214"/>
            <a:ext cx="10363200" cy="3503886"/>
            <a:chOff x="1676400" y="27214"/>
            <a:chExt cx="10363200" cy="3503886"/>
          </a:xfrm>
        </p:grpSpPr>
        <p:sp>
          <p:nvSpPr>
            <p:cNvPr id="11" name="Freeform 10">
              <a:extLst>
                <a:ext uri="{FF2B5EF4-FFF2-40B4-BE49-F238E27FC236}">
                  <a16:creationId xmlns:a16="http://schemas.microsoft.com/office/drawing/2014/main" id="{17110133-C49E-4F8A-5C70-4F73E7B1FB64}"/>
                </a:ext>
              </a:extLst>
            </p:cNvPr>
            <p:cNvSpPr/>
            <p:nvPr/>
          </p:nvSpPr>
          <p:spPr>
            <a:xfrm>
              <a:off x="7176225" y="145360"/>
              <a:ext cx="4863375" cy="3258268"/>
            </a:xfrm>
            <a:custGeom>
              <a:avLst/>
              <a:gdLst>
                <a:gd name="connsiteX0" fmla="*/ 1609014 w 4863375"/>
                <a:gd name="connsiteY0" fmla="*/ 0 h 3258268"/>
                <a:gd name="connsiteX1" fmla="*/ 1629134 w 4863375"/>
                <a:gd name="connsiteY1" fmla="*/ 0 h 3258268"/>
                <a:gd name="connsiteX2" fmla="*/ 4863375 w 4863375"/>
                <a:gd name="connsiteY2" fmla="*/ 0 h 3258268"/>
                <a:gd name="connsiteX3" fmla="*/ 4863375 w 4863375"/>
                <a:gd name="connsiteY3" fmla="*/ 3258268 h 3258268"/>
                <a:gd name="connsiteX4" fmla="*/ 1629134 w 4863375"/>
                <a:gd name="connsiteY4" fmla="*/ 3258268 h 3258268"/>
                <a:gd name="connsiteX5" fmla="*/ 1609014 w 4863375"/>
                <a:gd name="connsiteY5" fmla="*/ 3258268 h 3258268"/>
                <a:gd name="connsiteX6" fmla="*/ 1609014 w 4863375"/>
                <a:gd name="connsiteY6" fmla="*/ 3257253 h 3258268"/>
                <a:gd name="connsiteX7" fmla="*/ 1462564 w 4863375"/>
                <a:gd name="connsiteY7" fmla="*/ 3249858 h 3258268"/>
                <a:gd name="connsiteX8" fmla="*/ 0 w 4863375"/>
                <a:gd name="connsiteY8" fmla="*/ 1629134 h 3258268"/>
                <a:gd name="connsiteX9" fmla="*/ 1462564 w 4863375"/>
                <a:gd name="connsiteY9" fmla="*/ 8412 h 3258268"/>
                <a:gd name="connsiteX10" fmla="*/ 1609014 w 48633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3375" h="3258268">
                  <a:moveTo>
                    <a:pt x="1609014" y="0"/>
                  </a:moveTo>
                  <a:lnTo>
                    <a:pt x="1629134" y="0"/>
                  </a:lnTo>
                  <a:lnTo>
                    <a:pt x="4863375" y="0"/>
                  </a:lnTo>
                  <a:lnTo>
                    <a:pt x="4863375" y="3258268"/>
                  </a:lnTo>
                  <a:lnTo>
                    <a:pt x="1629134" y="3258268"/>
                  </a:lnTo>
                  <a:lnTo>
                    <a:pt x="1609014" y="3258268"/>
                  </a:lnTo>
                  <a:lnTo>
                    <a:pt x="1609014" y="3257253"/>
                  </a:lnTo>
                  <a:lnTo>
                    <a:pt x="1462564" y="3249858"/>
                  </a:lnTo>
                  <a:cubicBezTo>
                    <a:pt x="641063" y="3166430"/>
                    <a:pt x="0" y="2472647"/>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E406EDD3-4B01-5C9C-FD33-832E34854042}"/>
                </a:ext>
              </a:extLst>
            </p:cNvPr>
            <p:cNvSpPr/>
            <p:nvPr/>
          </p:nvSpPr>
          <p:spPr>
            <a:xfrm flipH="1">
              <a:off x="1676400" y="1453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4D76441-A991-64F2-3817-18A222737193}"/>
                </a:ext>
              </a:extLst>
            </p:cNvPr>
            <p:cNvSpPr/>
            <p:nvPr/>
          </p:nvSpPr>
          <p:spPr>
            <a:xfrm rot="1580702" flipH="1">
              <a:off x="5058353" y="272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3403627"/>
            <a:ext cx="9448800" cy="294032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77200" y="548639"/>
            <a:ext cx="3581400" cy="2466989"/>
          </a:xfrm>
        </p:spPr>
        <p:txBody>
          <a:bodyPr vert="horz" lIns="91440" tIns="45720" rIns="91440" bIns="45720" rtlCol="0" anchor="t">
            <a:normAutofit/>
          </a:bodyPr>
          <a:lstStyle>
            <a:lvl1pPr marL="0" indent="0" algn="r">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1180119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4BFA8DC7.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0C6F76-7FFF-BBCB-356F-D54FBAC9B65A}"/>
              </a:ext>
            </a:extLst>
          </p:cNvPr>
          <p:cNvGrpSpPr/>
          <p:nvPr userDrawn="1"/>
        </p:nvGrpSpPr>
        <p:grpSpPr>
          <a:xfrm>
            <a:off x="4495800" y="3354114"/>
            <a:ext cx="7543800" cy="3503886"/>
            <a:chOff x="4495800" y="3354114"/>
            <a:chExt cx="7543800" cy="3503886"/>
          </a:xfrm>
        </p:grpSpPr>
        <p:sp>
          <p:nvSpPr>
            <p:cNvPr id="12" name="Freeform 11">
              <a:extLst>
                <a:ext uri="{FF2B5EF4-FFF2-40B4-BE49-F238E27FC236}">
                  <a16:creationId xmlns:a16="http://schemas.microsoft.com/office/drawing/2014/main" id="{23018458-6D25-D4AB-A1C0-2D566A768FA1}"/>
                </a:ext>
              </a:extLst>
            </p:cNvPr>
            <p:cNvSpPr/>
            <p:nvPr/>
          </p:nvSpPr>
          <p:spPr>
            <a:xfrm>
              <a:off x="9995625" y="3472260"/>
              <a:ext cx="2043975" cy="3258268"/>
            </a:xfrm>
            <a:custGeom>
              <a:avLst/>
              <a:gdLst>
                <a:gd name="connsiteX0" fmla="*/ 1609014 w 2043975"/>
                <a:gd name="connsiteY0" fmla="*/ 0 h 3258268"/>
                <a:gd name="connsiteX1" fmla="*/ 1629134 w 2043975"/>
                <a:gd name="connsiteY1" fmla="*/ 0 h 3258268"/>
                <a:gd name="connsiteX2" fmla="*/ 2043975 w 2043975"/>
                <a:gd name="connsiteY2" fmla="*/ 0 h 3258268"/>
                <a:gd name="connsiteX3" fmla="*/ 2043975 w 2043975"/>
                <a:gd name="connsiteY3" fmla="*/ 3258268 h 3258268"/>
                <a:gd name="connsiteX4" fmla="*/ 1629134 w 2043975"/>
                <a:gd name="connsiteY4" fmla="*/ 3258268 h 3258268"/>
                <a:gd name="connsiteX5" fmla="*/ 1609014 w 2043975"/>
                <a:gd name="connsiteY5" fmla="*/ 3258268 h 3258268"/>
                <a:gd name="connsiteX6" fmla="*/ 1609014 w 2043975"/>
                <a:gd name="connsiteY6" fmla="*/ 3257253 h 3258268"/>
                <a:gd name="connsiteX7" fmla="*/ 1462564 w 2043975"/>
                <a:gd name="connsiteY7" fmla="*/ 3249857 h 3258268"/>
                <a:gd name="connsiteX8" fmla="*/ 0 w 2043975"/>
                <a:gd name="connsiteY8" fmla="*/ 1629134 h 3258268"/>
                <a:gd name="connsiteX9" fmla="*/ 1462564 w 2043975"/>
                <a:gd name="connsiteY9" fmla="*/ 8412 h 3258268"/>
                <a:gd name="connsiteX10" fmla="*/ 1609014 w 20439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975" h="3258268">
                  <a:moveTo>
                    <a:pt x="1609014" y="0"/>
                  </a:moveTo>
                  <a:lnTo>
                    <a:pt x="1629134" y="0"/>
                  </a:lnTo>
                  <a:lnTo>
                    <a:pt x="2043975" y="0"/>
                  </a:lnTo>
                  <a:lnTo>
                    <a:pt x="2043975" y="3258268"/>
                  </a:lnTo>
                  <a:lnTo>
                    <a:pt x="1629134" y="3258268"/>
                  </a:lnTo>
                  <a:lnTo>
                    <a:pt x="1609014" y="3258268"/>
                  </a:lnTo>
                  <a:lnTo>
                    <a:pt x="1609014" y="3257253"/>
                  </a:lnTo>
                  <a:lnTo>
                    <a:pt x="1462564" y="3249857"/>
                  </a:lnTo>
                  <a:cubicBezTo>
                    <a:pt x="641063" y="3166430"/>
                    <a:pt x="0" y="2472646"/>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7DE2CF7B-83B2-5FF4-641F-E25003A0463F}"/>
                </a:ext>
              </a:extLst>
            </p:cNvPr>
            <p:cNvSpPr/>
            <p:nvPr/>
          </p:nvSpPr>
          <p:spPr>
            <a:xfrm flipH="1">
              <a:off x="4495800" y="34722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82F94A-A375-7823-13FA-487823C8B90D}"/>
                </a:ext>
              </a:extLst>
            </p:cNvPr>
            <p:cNvSpPr/>
            <p:nvPr/>
          </p:nvSpPr>
          <p:spPr>
            <a:xfrm rot="1580702" flipH="1">
              <a:off x="7877753" y="33541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2747114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EDEEF61.xml><?xml version="1.0" encoding="utf-8"?>
<p:sldLayout xmlns:a="http://schemas.openxmlformats.org/drawingml/2006/main" xmlns:r="http://schemas.openxmlformats.org/officeDocument/2006/relationships" xmlns:p="http://schemas.openxmlformats.org/presentationml/2006/main" type="title" preserve="1">
  <p:cSld name="Title 5">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73E250E-A5E8-BF40-545A-BB98E831F423}"/>
              </a:ext>
            </a:extLst>
          </p:cNvPr>
          <p:cNvGrpSpPr/>
          <p:nvPr userDrawn="1"/>
        </p:nvGrpSpPr>
        <p:grpSpPr>
          <a:xfrm>
            <a:off x="152400" y="-88436"/>
            <a:ext cx="11887200" cy="7037751"/>
            <a:chOff x="152400" y="-88436"/>
            <a:chExt cx="11887200" cy="7037751"/>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47800" y="1701789"/>
            <a:ext cx="9296400" cy="2377440"/>
          </a:xfrm>
        </p:spPr>
        <p:txBody>
          <a:bodyPr vert="horz" lIns="91440" tIns="45720" rIns="91440" bIns="45720" rtlCol="0" anchor="b">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240" y="4496731"/>
            <a:ext cx="7589520" cy="1033272"/>
          </a:xfrm>
        </p:spPr>
        <p:txBody>
          <a:bodyPr vert="horz" lIns="91440" tIns="45720" rIns="91440" bIns="45720" rtlCol="0" anchor="t">
            <a:normAutofit/>
          </a:bodyPr>
          <a:lstStyle>
            <a:lvl1pPr marL="0" indent="0" algn="ctr">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0547976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C14181F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4">
            <a:lumMod val="60000"/>
            <a:lumOff val="40000"/>
          </a:schemeClr>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E8BB56F-23F5-F445-3142-A9C8AB965DCB}"/>
              </a:ext>
            </a:extLst>
          </p:cNvPr>
          <p:cNvGrpSpPr/>
          <p:nvPr userDrawn="1"/>
        </p:nvGrpSpPr>
        <p:grpSpPr>
          <a:xfrm>
            <a:off x="152400" y="13855"/>
            <a:ext cx="3897198" cy="5072811"/>
            <a:chOff x="152400" y="13855"/>
            <a:chExt cx="3897198" cy="5072811"/>
          </a:xfrm>
          <a:solidFill>
            <a:schemeClr val="accent4">
              <a:lumMod val="20000"/>
              <a:lumOff val="80000"/>
            </a:schemeClr>
          </a:solidFill>
        </p:grpSpPr>
        <p:sp>
          <p:nvSpPr>
            <p:cNvPr id="17" name="Freeform 16">
              <a:extLst>
                <a:ext uri="{FF2B5EF4-FFF2-40B4-BE49-F238E27FC236}">
                  <a16:creationId xmlns:a16="http://schemas.microsoft.com/office/drawing/2014/main" id="{5D56D786-0245-0C22-2AA6-2D7C9C450ABB}"/>
                </a:ext>
              </a:extLst>
            </p:cNvPr>
            <p:cNvSpPr/>
            <p:nvPr/>
          </p:nvSpPr>
          <p:spPr>
            <a:xfrm flipH="1">
              <a:off x="152400" y="748306"/>
              <a:ext cx="831013" cy="3590407"/>
            </a:xfrm>
            <a:custGeom>
              <a:avLst/>
              <a:gdLst>
                <a:gd name="connsiteX0" fmla="*/ 831013 w 831013"/>
                <a:gd name="connsiteY0" fmla="*/ 0 h 3590407"/>
                <a:gd name="connsiteX1" fmla="*/ 690820 w 831013"/>
                <a:gd name="connsiteY1" fmla="*/ 127416 h 3590407"/>
                <a:gd name="connsiteX2" fmla="*/ 0 w 831013"/>
                <a:gd name="connsiteY2" fmla="*/ 1795203 h 3590407"/>
                <a:gd name="connsiteX3" fmla="*/ 690820 w 831013"/>
                <a:gd name="connsiteY3" fmla="*/ 3462990 h 3590407"/>
                <a:gd name="connsiteX4" fmla="*/ 831013 w 831013"/>
                <a:gd name="connsiteY4" fmla="*/ 3590407 h 359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013" h="3590407">
                  <a:moveTo>
                    <a:pt x="831013" y="0"/>
                  </a:moveTo>
                  <a:lnTo>
                    <a:pt x="690820" y="127416"/>
                  </a:lnTo>
                  <a:cubicBezTo>
                    <a:pt x="263996" y="554240"/>
                    <a:pt x="0" y="1143892"/>
                    <a:pt x="0" y="1795203"/>
                  </a:cubicBezTo>
                  <a:cubicBezTo>
                    <a:pt x="0" y="2446515"/>
                    <a:pt x="263996" y="3036166"/>
                    <a:pt x="690820" y="3462990"/>
                  </a:cubicBezTo>
                  <a:lnTo>
                    <a:pt x="831013" y="359040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3BE9FC1E-2790-5A89-F064-5B9A71AB1A49}"/>
                </a:ext>
              </a:extLst>
            </p:cNvPr>
            <p:cNvSpPr/>
            <p:nvPr/>
          </p:nvSpPr>
          <p:spPr>
            <a:xfrm rot="1580702" flipH="1">
              <a:off x="1162481" y="13855"/>
              <a:ext cx="2887117" cy="507281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533403" y="5081016"/>
            <a:ext cx="11125198" cy="786384"/>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userDrawn="1">
            <p:ph type="subTitle" idx="1"/>
          </p:nvPr>
        </p:nvSpPr>
        <p:spPr>
          <a:xfrm>
            <a:off x="533400" y="5971760"/>
            <a:ext cx="11125197" cy="365125"/>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5" name="Picture Placeholder 14">
            <a:extLst>
              <a:ext uri="{FF2B5EF4-FFF2-40B4-BE49-F238E27FC236}">
                <a16:creationId xmlns:a16="http://schemas.microsoft.com/office/drawing/2014/main" id="{76A1DDD8-3860-2FD3-B42D-B8F7A132E7B1}"/>
              </a:ext>
            </a:extLst>
          </p:cNvPr>
          <p:cNvSpPr>
            <a:spLocks noGrp="1"/>
          </p:cNvSpPr>
          <p:nvPr userDrawn="1">
            <p:ph type="pic" sz="quarter" idx="17" hasCustomPrompt="1"/>
          </p:nvPr>
        </p:nvSpPr>
        <p:spPr>
          <a:xfrm>
            <a:off x="4228667" y="184903"/>
            <a:ext cx="7810933" cy="4717212"/>
          </a:xfrm>
          <a:custGeom>
            <a:avLst/>
            <a:gdLst>
              <a:gd name="connsiteX0" fmla="*/ 2329478 w 7810933"/>
              <a:gd name="connsiteY0" fmla="*/ 0 h 4717212"/>
              <a:gd name="connsiteX1" fmla="*/ 2358606 w 7810933"/>
              <a:gd name="connsiteY1" fmla="*/ 0 h 4717212"/>
              <a:gd name="connsiteX2" fmla="*/ 7810933 w 7810933"/>
              <a:gd name="connsiteY2" fmla="*/ 0 h 4717212"/>
              <a:gd name="connsiteX3" fmla="*/ 7810933 w 7810933"/>
              <a:gd name="connsiteY3" fmla="*/ 4717212 h 4717212"/>
              <a:gd name="connsiteX4" fmla="*/ 2329478 w 7810933"/>
              <a:gd name="connsiteY4" fmla="*/ 4717212 h 4717212"/>
              <a:gd name="connsiteX5" fmla="*/ 2329478 w 7810933"/>
              <a:gd name="connsiteY5" fmla="*/ 4715743 h 4717212"/>
              <a:gd name="connsiteX6" fmla="*/ 2117452 w 7810933"/>
              <a:gd name="connsiteY6" fmla="*/ 4705037 h 4717212"/>
              <a:gd name="connsiteX7" fmla="*/ 0 w 7810933"/>
              <a:gd name="connsiteY7" fmla="*/ 2358607 h 4717212"/>
              <a:gd name="connsiteX8" fmla="*/ 2117452 w 7810933"/>
              <a:gd name="connsiteY8" fmla="*/ 12178 h 4717212"/>
              <a:gd name="connsiteX9" fmla="*/ 2329478 w 7810933"/>
              <a:gd name="connsiteY9" fmla="*/ 1471 h 471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10933" h="4717212">
                <a:moveTo>
                  <a:pt x="2329478" y="0"/>
                </a:moveTo>
                <a:lnTo>
                  <a:pt x="2358606" y="0"/>
                </a:lnTo>
                <a:lnTo>
                  <a:pt x="7810933" y="0"/>
                </a:lnTo>
                <a:lnTo>
                  <a:pt x="7810933" y="4717212"/>
                </a:lnTo>
                <a:lnTo>
                  <a:pt x="2329478" y="4717212"/>
                </a:lnTo>
                <a:lnTo>
                  <a:pt x="2329478" y="4715743"/>
                </a:lnTo>
                <a:lnTo>
                  <a:pt x="2117452" y="4705037"/>
                </a:lnTo>
                <a:cubicBezTo>
                  <a:pt x="928110" y="4584253"/>
                  <a:pt x="0" y="3579816"/>
                  <a:pt x="0" y="2358607"/>
                </a:cubicBezTo>
                <a:cubicBezTo>
                  <a:pt x="0" y="1137399"/>
                  <a:pt x="928110" y="132962"/>
                  <a:pt x="2117452" y="12178"/>
                </a:cubicBezTo>
                <a:lnTo>
                  <a:pt x="2329478" y="1471"/>
                </a:lnTo>
                <a:close/>
              </a:path>
            </a:pathLst>
          </a:custGeom>
          <a:blipFill dpi="0" rotWithShape="1">
            <a:blip r:embed="rId2">
              <a:alphaModFix amt="60000"/>
            </a:blip>
            <a:srcRect/>
            <a:stretch>
              <a:fillRect t="-3" b="-3"/>
            </a:stretch>
          </a:blipFill>
        </p:spPr>
        <p:txBody>
          <a:bodyPr wrap="square">
            <a:noAutofit/>
          </a:bodyPr>
          <a:lstStyle>
            <a:lvl1pPr>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userDrawn="1">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userDrawn="1">
            <p:ph type="dt" sz="half" idx="14"/>
          </p:nvPr>
        </p:nvSpPr>
        <p:spPr/>
        <p:txBody>
          <a:bodyPr/>
          <a:lstStyle/>
          <a:p>
            <a:fld id="{5888334B-5C34-4E7E-A4B0-3A19575F6DD8}" type="datetime1">
              <a:rPr lang="en-US" smtClean="0"/>
              <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userDrawn="1">
            <p:ph type="sldNum" sz="quarter" idx="16"/>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422957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E87F784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4"/>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7D208FF-4408-8F2B-2251-B3581082831B}"/>
              </a:ext>
            </a:extLst>
          </p:cNvPr>
          <p:cNvSpPr/>
          <p:nvPr userDrawn="1"/>
        </p:nvSpPr>
        <p:spPr>
          <a:xfrm>
            <a:off x="5217407" y="148866"/>
            <a:ext cx="6822193" cy="6544413"/>
          </a:xfrm>
          <a:custGeom>
            <a:avLst/>
            <a:gdLst>
              <a:gd name="connsiteX0" fmla="*/ 3231795 w 6822193"/>
              <a:gd name="connsiteY0" fmla="*/ 0 h 6544413"/>
              <a:gd name="connsiteX1" fmla="*/ 3272207 w 6822193"/>
              <a:gd name="connsiteY1" fmla="*/ 0 h 6544413"/>
              <a:gd name="connsiteX2" fmla="*/ 6822193 w 6822193"/>
              <a:gd name="connsiteY2" fmla="*/ 0 h 6544413"/>
              <a:gd name="connsiteX3" fmla="*/ 6822193 w 6822193"/>
              <a:gd name="connsiteY3" fmla="*/ 6544413 h 6544413"/>
              <a:gd name="connsiteX4" fmla="*/ 3272207 w 6822193"/>
              <a:gd name="connsiteY4" fmla="*/ 6544413 h 6544413"/>
              <a:gd name="connsiteX5" fmla="*/ 3231795 w 6822193"/>
              <a:gd name="connsiteY5" fmla="*/ 6544413 h 6544413"/>
              <a:gd name="connsiteX6" fmla="*/ 3231795 w 6822193"/>
              <a:gd name="connsiteY6" fmla="*/ 6542374 h 6544413"/>
              <a:gd name="connsiteX7" fmla="*/ 2937643 w 6822193"/>
              <a:gd name="connsiteY7" fmla="*/ 6527520 h 6544413"/>
              <a:gd name="connsiteX8" fmla="*/ 0 w 6822193"/>
              <a:gd name="connsiteY8" fmla="*/ 3272207 h 6544413"/>
              <a:gd name="connsiteX9" fmla="*/ 2937643 w 6822193"/>
              <a:gd name="connsiteY9" fmla="*/ 16895 h 6544413"/>
              <a:gd name="connsiteX10" fmla="*/ 3231795 w 68221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3" h="6544413">
                <a:moveTo>
                  <a:pt x="3231795" y="0"/>
                </a:moveTo>
                <a:lnTo>
                  <a:pt x="3272207" y="0"/>
                </a:lnTo>
                <a:lnTo>
                  <a:pt x="6822193" y="0"/>
                </a:lnTo>
                <a:lnTo>
                  <a:pt x="6822193" y="6544413"/>
                </a:lnTo>
                <a:lnTo>
                  <a:pt x="3272207" y="6544413"/>
                </a:lnTo>
                <a:lnTo>
                  <a:pt x="3231795" y="6544413"/>
                </a:lnTo>
                <a:lnTo>
                  <a:pt x="3231795" y="6542374"/>
                </a:lnTo>
                <a:lnTo>
                  <a:pt x="2937643" y="6527520"/>
                </a:lnTo>
                <a:cubicBezTo>
                  <a:pt x="1287612" y="6359951"/>
                  <a:pt x="0" y="4966448"/>
                  <a:pt x="0" y="3272207"/>
                </a:cubicBezTo>
                <a:cubicBezTo>
                  <a:pt x="0" y="1577968"/>
                  <a:pt x="1287612" y="184465"/>
                  <a:pt x="2937643"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F39CAD08-FF61-D70E-12C1-BA9D97FED7B0}"/>
              </a:ext>
            </a:extLst>
          </p:cNvPr>
          <p:cNvSpPr/>
          <p:nvPr userDrawn="1"/>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11843" y="533399"/>
            <a:ext cx="4746758" cy="3810001"/>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11843" y="4700224"/>
            <a:ext cx="4373842"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12" name="Picture Placeholder 19">
            <a:extLst>
              <a:ext uri="{FF2B5EF4-FFF2-40B4-BE49-F238E27FC236}">
                <a16:creationId xmlns:a16="http://schemas.microsoft.com/office/drawing/2014/main" id="{BE6812D8-B3BA-52FA-8073-259DC47B71F0}"/>
              </a:ext>
            </a:extLst>
          </p:cNvPr>
          <p:cNvSpPr>
            <a:spLocks noGrp="1"/>
          </p:cNvSpPr>
          <p:nvPr>
            <p:ph type="pic" sz="quarter" idx="13" hasCustomPrompt="1"/>
          </p:nvPr>
        </p:nvSpPr>
        <p:spPr>
          <a:xfrm>
            <a:off x="587241" y="164723"/>
            <a:ext cx="4746759" cy="6542805"/>
          </a:xfrm>
          <a:custGeom>
            <a:avLst/>
            <a:gdLst>
              <a:gd name="connsiteX0" fmla="*/ 3245777 w 4746759"/>
              <a:gd name="connsiteY0" fmla="*/ 0 h 6542805"/>
              <a:gd name="connsiteX1" fmla="*/ 3560809 w 4746759"/>
              <a:gd name="connsiteY1" fmla="*/ 0 h 6542805"/>
              <a:gd name="connsiteX2" fmla="*/ 3749050 w 4746759"/>
              <a:gd name="connsiteY2" fmla="*/ 37730 h 6542805"/>
              <a:gd name="connsiteX3" fmla="*/ 3940611 w 4746759"/>
              <a:gd name="connsiteY3" fmla="*/ 112320 h 6542805"/>
              <a:gd name="connsiteX4" fmla="*/ 4725623 w 4746759"/>
              <a:gd name="connsiteY4" fmla="*/ 1397735 h 6542805"/>
              <a:gd name="connsiteX5" fmla="*/ 4746759 w 4746759"/>
              <a:gd name="connsiteY5" fmla="*/ 1609122 h 6542805"/>
              <a:gd name="connsiteX6" fmla="*/ 4746759 w 4746759"/>
              <a:gd name="connsiteY6" fmla="*/ 2127659 h 6542805"/>
              <a:gd name="connsiteX7" fmla="*/ 4740323 w 4746759"/>
              <a:gd name="connsiteY7" fmla="*/ 2239595 h 6542805"/>
              <a:gd name="connsiteX8" fmla="*/ 4173731 w 4746759"/>
              <a:gd name="connsiteY8" fmla="*/ 4154476 h 6542805"/>
              <a:gd name="connsiteX9" fmla="*/ 817427 w 4746759"/>
              <a:gd name="connsiteY9" fmla="*/ 6419116 h 6542805"/>
              <a:gd name="connsiteX10" fmla="*/ 584307 w 4746759"/>
              <a:gd name="connsiteY10" fmla="*/ 2376960 h 6542805"/>
              <a:gd name="connsiteX11" fmla="*/ 3119310 w 4746759"/>
              <a:gd name="connsiteY11" fmla="*/ 14185 h 654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46759" h="6542805">
                <a:moveTo>
                  <a:pt x="3245777" y="0"/>
                </a:moveTo>
                <a:lnTo>
                  <a:pt x="3560809" y="0"/>
                </a:lnTo>
                <a:lnTo>
                  <a:pt x="3749050" y="37730"/>
                </a:lnTo>
                <a:cubicBezTo>
                  <a:pt x="3814714" y="56842"/>
                  <a:pt x="3878661" y="81642"/>
                  <a:pt x="3940611" y="112320"/>
                </a:cubicBezTo>
                <a:cubicBezTo>
                  <a:pt x="4374257" y="327065"/>
                  <a:pt x="4638161" y="794254"/>
                  <a:pt x="4725623" y="1397735"/>
                </a:cubicBezTo>
                <a:lnTo>
                  <a:pt x="4746759" y="1609122"/>
                </a:lnTo>
                <a:lnTo>
                  <a:pt x="4746759" y="2127659"/>
                </a:lnTo>
                <a:lnTo>
                  <a:pt x="4740323" y="2239595"/>
                </a:lnTo>
                <a:cubicBezTo>
                  <a:pt x="4684605" y="2838710"/>
                  <a:pt x="4497147" y="3501385"/>
                  <a:pt x="4173731" y="4154476"/>
                </a:cubicBezTo>
                <a:cubicBezTo>
                  <a:pt x="3311287" y="5896050"/>
                  <a:pt x="1808620" y="6909964"/>
                  <a:pt x="817427" y="6419116"/>
                </a:cubicBezTo>
                <a:cubicBezTo>
                  <a:pt x="-173765" y="5928269"/>
                  <a:pt x="-278136" y="4118535"/>
                  <a:pt x="584307" y="2376960"/>
                </a:cubicBezTo>
                <a:cubicBezTo>
                  <a:pt x="1231140" y="1070780"/>
                  <a:pt x="2238099" y="173908"/>
                  <a:pt x="3119310" y="14185"/>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34656" y="6343955"/>
            <a:ext cx="210048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lstStyle>
            <a:lvl1pPr>
              <a:defRPr>
                <a:solidFill>
                  <a:schemeClr val="tx1"/>
                </a:solidFill>
                <a:effectLst/>
              </a:defRPr>
            </a:lvl1pPr>
          </a:lstStyle>
          <a:p>
            <a:fld id="{BFE899EF-3666-4EAB-A626-E7AA02E66CC1}"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006679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EC37BA0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678C377-B342-D090-A3F1-4BB6E9101B48}"/>
              </a:ext>
            </a:extLst>
          </p:cNvPr>
          <p:cNvSpPr/>
          <p:nvPr userDrawn="1"/>
        </p:nvSpPr>
        <p:spPr>
          <a:xfrm>
            <a:off x="10676786" y="767433"/>
            <a:ext cx="1362814" cy="5307278"/>
          </a:xfrm>
          <a:custGeom>
            <a:avLst/>
            <a:gdLst>
              <a:gd name="connsiteX0" fmla="*/ 1362814 w 1362814"/>
              <a:gd name="connsiteY0" fmla="*/ 0 h 5307278"/>
              <a:gd name="connsiteX1" fmla="*/ 1362814 w 1362814"/>
              <a:gd name="connsiteY1" fmla="*/ 5307278 h 5307278"/>
              <a:gd name="connsiteX2" fmla="*/ 1190780 w 1362814"/>
              <a:gd name="connsiteY2" fmla="*/ 5178633 h 5307278"/>
              <a:gd name="connsiteX3" fmla="*/ 0 w 1362814"/>
              <a:gd name="connsiteY3" fmla="*/ 2653639 h 5307278"/>
              <a:gd name="connsiteX4" fmla="*/ 1190780 w 1362814"/>
              <a:gd name="connsiteY4" fmla="*/ 128645 h 530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14" h="5307278">
                <a:moveTo>
                  <a:pt x="1362814" y="0"/>
                </a:moveTo>
                <a:lnTo>
                  <a:pt x="1362814" y="5307278"/>
                </a:lnTo>
                <a:lnTo>
                  <a:pt x="1190780" y="5178633"/>
                </a:lnTo>
                <a:cubicBezTo>
                  <a:pt x="463541" y="4578462"/>
                  <a:pt x="0" y="3670184"/>
                  <a:pt x="0" y="2653639"/>
                </a:cubicBezTo>
                <a:cubicBezTo>
                  <a:pt x="0" y="1637095"/>
                  <a:pt x="463541" y="728816"/>
                  <a:pt x="1190780" y="12864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AA1FB54D-B979-7DC2-508A-4E3A1424DA8E}"/>
              </a:ext>
            </a:extLst>
          </p:cNvPr>
          <p:cNvSpPr/>
          <p:nvPr userDrawn="1"/>
        </p:nvSpPr>
        <p:spPr>
          <a:xfrm rot="20019298">
            <a:off x="64229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2590" y="3070307"/>
            <a:ext cx="373601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28685" y="568036"/>
            <a:ext cx="3729915" cy="112312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12">
            <a:extLst>
              <a:ext uri="{FF2B5EF4-FFF2-40B4-BE49-F238E27FC236}">
                <a16:creationId xmlns:a16="http://schemas.microsoft.com/office/drawing/2014/main" id="{D352C733-7F5C-C8F4-267E-B020FB5CC931}"/>
              </a:ext>
            </a:extLst>
          </p:cNvPr>
          <p:cNvSpPr>
            <a:spLocks noGrp="1"/>
          </p:cNvSpPr>
          <p:nvPr>
            <p:ph type="pic" sz="quarter" idx="13" hasCustomPrompt="1"/>
          </p:nvPr>
        </p:nvSpPr>
        <p:spPr>
          <a:xfrm>
            <a:off x="152399" y="164720"/>
            <a:ext cx="6016752"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a:blipFill dpi="0" rotWithShape="1">
            <a:blip r:embed="rId2">
              <a:alphaModFix amt="60000"/>
            </a:blip>
            <a:srcRect/>
            <a:stretch>
              <a:fillRect l="-2897" r="-2897"/>
            </a:stretch>
          </a:blipFill>
        </p:spPr>
        <p:txBody>
          <a:bodyPr wrap="square">
            <a:noAutofit/>
          </a:bodyPr>
          <a:lstStyle>
            <a:lvl1pPr>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630750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BE3B178.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58D9E43-C893-13A3-BC1E-4F2FC3ABA863}"/>
              </a:ext>
            </a:extLst>
          </p:cNvPr>
          <p:cNvGrpSpPr/>
          <p:nvPr userDrawn="1"/>
        </p:nvGrpSpPr>
        <p:grpSpPr>
          <a:xfrm>
            <a:off x="152400" y="-88436"/>
            <a:ext cx="11887200" cy="7037751"/>
            <a:chOff x="152400" y="-88436"/>
            <a:chExt cx="11887200" cy="7037751"/>
          </a:xfrm>
          <a:solidFill>
            <a:schemeClr val="accent2">
              <a:lumMod val="40000"/>
              <a:lumOff val="60000"/>
            </a:schemeClr>
          </a:solidFill>
        </p:grpSpPr>
        <p:sp>
          <p:nvSpPr>
            <p:cNvPr id="7" name="Freeform 6">
              <a:extLst>
                <a:ext uri="{FF2B5EF4-FFF2-40B4-BE49-F238E27FC236}">
                  <a16:creationId xmlns:a16="http://schemas.microsoft.com/office/drawing/2014/main" id="{25581FE7-8801-4CE4-8D5C-D970782A5284}"/>
                </a:ext>
              </a:extLst>
            </p:cNvPr>
            <p:cNvSpPr/>
            <p:nvPr/>
          </p:nvSpPr>
          <p:spPr>
            <a:xfrm flipH="1">
              <a:off x="152400" y="1232438"/>
              <a:ext cx="840493" cy="4377271"/>
            </a:xfrm>
            <a:custGeom>
              <a:avLst/>
              <a:gdLst>
                <a:gd name="connsiteX0" fmla="*/ 840493 w 840493"/>
                <a:gd name="connsiteY0" fmla="*/ 0 h 4377271"/>
                <a:gd name="connsiteX1" fmla="*/ 661895 w 840493"/>
                <a:gd name="connsiteY1" fmla="*/ 215111 h 4377271"/>
                <a:gd name="connsiteX2" fmla="*/ 0 w 840493"/>
                <a:gd name="connsiteY2" fmla="*/ 2188635 h 4377271"/>
                <a:gd name="connsiteX3" fmla="*/ 661895 w 840493"/>
                <a:gd name="connsiteY3" fmla="*/ 4162161 h 4377271"/>
                <a:gd name="connsiteX4" fmla="*/ 840493 w 840493"/>
                <a:gd name="connsiteY4" fmla="*/ 4377271 h 437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493" h="4377271">
                  <a:moveTo>
                    <a:pt x="840493" y="0"/>
                  </a:moveTo>
                  <a:lnTo>
                    <a:pt x="661895" y="215111"/>
                  </a:lnTo>
                  <a:cubicBezTo>
                    <a:pt x="246457" y="763738"/>
                    <a:pt x="0" y="1447405"/>
                    <a:pt x="0" y="2188635"/>
                  </a:cubicBezTo>
                  <a:cubicBezTo>
                    <a:pt x="0" y="2929865"/>
                    <a:pt x="246457" y="3613533"/>
                    <a:pt x="661895" y="4162161"/>
                  </a:cubicBezTo>
                  <a:lnTo>
                    <a:pt x="840493" y="437727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91F9810F-42BE-E811-B91C-7CAAE70C7FA9}"/>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8D0CE59-5E91-1783-39F8-B47864052342}"/>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533400"/>
            <a:ext cx="7991856" cy="5791200"/>
          </a:xfrm>
        </p:spPr>
        <p:txBody>
          <a:bodyPr vert="horz" lIns="91440" tIns="45720" rIns="91440" bIns="45720" rtlCol="0" anchor="ctr">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994714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9_7F63D960.xml><?xml version="1.0" encoding="utf-8"?>
<p:sldLayout xmlns:a="http://schemas.openxmlformats.org/drawingml/2006/main" xmlns:r="http://schemas.openxmlformats.org/officeDocument/2006/relationships" xmlns:p="http://schemas.openxmlformats.org/presentationml/2006/main" preserve="1">
  <p:cSld name="Agenda ">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A9A97A7-E55F-0BAE-A131-F5B08A92CB91}"/>
              </a:ext>
            </a:extLst>
          </p:cNvPr>
          <p:cNvGrpSpPr/>
          <p:nvPr userDrawn="1"/>
        </p:nvGrpSpPr>
        <p:grpSpPr>
          <a:xfrm>
            <a:off x="152400" y="-88436"/>
            <a:ext cx="11887200" cy="7037751"/>
            <a:chOff x="152400" y="-88436"/>
            <a:chExt cx="11887200" cy="7037751"/>
          </a:xfrm>
        </p:grpSpPr>
        <p:sp>
          <p:nvSpPr>
            <p:cNvPr id="11" name="Freeform 10">
              <a:extLst>
                <a:ext uri="{FF2B5EF4-FFF2-40B4-BE49-F238E27FC236}">
                  <a16:creationId xmlns:a16="http://schemas.microsoft.com/office/drawing/2014/main" id="{6B783C9A-B253-FF6F-D553-A5F4F5FD8DAC}"/>
                </a:ext>
              </a:extLst>
            </p:cNvPr>
            <p:cNvSpPr/>
            <p:nvPr userDrawn="1"/>
          </p:nvSpPr>
          <p:spPr>
            <a:xfrm>
              <a:off x="7922507" y="148866"/>
              <a:ext cx="4117093" cy="6544413"/>
            </a:xfrm>
            <a:custGeom>
              <a:avLst/>
              <a:gdLst>
                <a:gd name="connsiteX0" fmla="*/ 3231795 w 4117093"/>
                <a:gd name="connsiteY0" fmla="*/ 0 h 6544413"/>
                <a:gd name="connsiteX1" fmla="*/ 3272207 w 4117093"/>
                <a:gd name="connsiteY1" fmla="*/ 0 h 6544413"/>
                <a:gd name="connsiteX2" fmla="*/ 4117093 w 4117093"/>
                <a:gd name="connsiteY2" fmla="*/ 0 h 6544413"/>
                <a:gd name="connsiteX3" fmla="*/ 4117093 w 4117093"/>
                <a:gd name="connsiteY3" fmla="*/ 6544413 h 6544413"/>
                <a:gd name="connsiteX4" fmla="*/ 3272207 w 4117093"/>
                <a:gd name="connsiteY4" fmla="*/ 6544413 h 6544413"/>
                <a:gd name="connsiteX5" fmla="*/ 3231795 w 4117093"/>
                <a:gd name="connsiteY5" fmla="*/ 6544413 h 6544413"/>
                <a:gd name="connsiteX6" fmla="*/ 3231795 w 4117093"/>
                <a:gd name="connsiteY6" fmla="*/ 6542374 h 6544413"/>
                <a:gd name="connsiteX7" fmla="*/ 2937642 w 4117093"/>
                <a:gd name="connsiteY7" fmla="*/ 6527520 h 6544413"/>
                <a:gd name="connsiteX8" fmla="*/ 0 w 4117093"/>
                <a:gd name="connsiteY8" fmla="*/ 3272207 h 6544413"/>
                <a:gd name="connsiteX9" fmla="*/ 2937642 w 4117093"/>
                <a:gd name="connsiteY9" fmla="*/ 16895 h 6544413"/>
                <a:gd name="connsiteX10" fmla="*/ 3231795 w 41170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7093" h="6544413">
                  <a:moveTo>
                    <a:pt x="3231795" y="0"/>
                  </a:moveTo>
                  <a:lnTo>
                    <a:pt x="3272207" y="0"/>
                  </a:lnTo>
                  <a:lnTo>
                    <a:pt x="4117093" y="0"/>
                  </a:lnTo>
                  <a:lnTo>
                    <a:pt x="4117093" y="6544413"/>
                  </a:lnTo>
                  <a:lnTo>
                    <a:pt x="3272207" y="6544413"/>
                  </a:lnTo>
                  <a:lnTo>
                    <a:pt x="3231795" y="6544413"/>
                  </a:lnTo>
                  <a:lnTo>
                    <a:pt x="3231795" y="6542374"/>
                  </a:lnTo>
                  <a:lnTo>
                    <a:pt x="2937642" y="6527520"/>
                  </a:lnTo>
                  <a:cubicBezTo>
                    <a:pt x="1287611" y="6359951"/>
                    <a:pt x="0" y="4966448"/>
                    <a:pt x="0" y="3272207"/>
                  </a:cubicBezTo>
                  <a:cubicBezTo>
                    <a:pt x="0" y="1577968"/>
                    <a:pt x="1287611" y="184465"/>
                    <a:pt x="2937642" y="16895"/>
                  </a:cubicBezTo>
                  <a:lnTo>
                    <a:pt x="3231795" y="204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93A63ED0-841C-F782-6653-979D22DF6C95}"/>
                </a:ext>
              </a:extLst>
            </p:cNvPr>
            <p:cNvSpPr/>
            <p:nvPr userDrawn="1"/>
          </p:nvSpPr>
          <p:spPr>
            <a:xfrm flipH="1">
              <a:off x="152400" y="148976"/>
              <a:ext cx="3267814" cy="6544192"/>
            </a:xfrm>
            <a:custGeom>
              <a:avLst/>
              <a:gdLst>
                <a:gd name="connsiteX0" fmla="*/ 3267814 w 3267814"/>
                <a:gd name="connsiteY0" fmla="*/ 0 h 6544192"/>
                <a:gd name="connsiteX1" fmla="*/ 3103820 w 3267814"/>
                <a:gd name="connsiteY1" fmla="*/ 4147 h 6544192"/>
                <a:gd name="connsiteX2" fmla="*/ 0 w 3267814"/>
                <a:gd name="connsiteY2" fmla="*/ 3272096 h 6544192"/>
                <a:gd name="connsiteX3" fmla="*/ 3103820 w 3267814"/>
                <a:gd name="connsiteY3" fmla="*/ 6540046 h 6544192"/>
                <a:gd name="connsiteX4" fmla="*/ 3267814 w 3267814"/>
                <a:gd name="connsiteY4" fmla="*/ 6544192 h 6544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814" h="6544192">
                  <a:moveTo>
                    <a:pt x="3267814" y="0"/>
                  </a:moveTo>
                  <a:lnTo>
                    <a:pt x="3103820" y="4147"/>
                  </a:lnTo>
                  <a:cubicBezTo>
                    <a:pt x="1374884" y="91787"/>
                    <a:pt x="0" y="1521381"/>
                    <a:pt x="0" y="3272096"/>
                  </a:cubicBezTo>
                  <a:cubicBezTo>
                    <a:pt x="0" y="5022812"/>
                    <a:pt x="1374884" y="6452406"/>
                    <a:pt x="3103820" y="6540046"/>
                  </a:cubicBezTo>
                  <a:lnTo>
                    <a:pt x="3267814" y="654419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743BBC8E-F678-5E09-880C-F49241B17E3F}"/>
                </a:ext>
              </a:extLst>
            </p:cNvPr>
            <p:cNvSpPr/>
            <p:nvPr userDrawn="1"/>
          </p:nvSpPr>
          <p:spPr>
            <a:xfrm rot="1580702" flipH="1">
              <a:off x="3668643" y="-88436"/>
              <a:ext cx="4005435" cy="703775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4F1AC263-88EE-42CC-B640-B12BA856CF7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137250144"/>
      </p:ext>
    </p:extLst>
  </p:cSld>
  <p:clrMapOvr>
    <a:masterClrMapping/>
  </p:clrMapOvr>
</p:sldLayout>
</file>

<file path=ppt/slideLayouts/slideLayout_80000020_5E4DACFF.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3496147" cy="494066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19323" y="533400"/>
            <a:ext cx="6775703" cy="494066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75421" y="6343955"/>
            <a:ext cx="2754126"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14" name="Group 13">
            <a:extLst>
              <a:ext uri="{FF2B5EF4-FFF2-40B4-BE49-F238E27FC236}">
                <a16:creationId xmlns:a16="http://schemas.microsoft.com/office/drawing/2014/main" id="{31BF2374-506D-855A-832A-074FACDA022B}"/>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5" name="Freeform 14">
              <a:extLst>
                <a:ext uri="{FF2B5EF4-FFF2-40B4-BE49-F238E27FC236}">
                  <a16:creationId xmlns:a16="http://schemas.microsoft.com/office/drawing/2014/main" id="{590C6E65-F323-DADE-86C9-FA25FD9E7AC9}"/>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BB559C2A-F4A2-E664-808D-AB1B0FBBA6D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8B5E5B1-3C3A-5AFD-C526-30ADECC00454}"/>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2148863"/>
      </p:ext>
    </p:extLst>
  </p:cSld>
  <p:clrMapOvr>
    <a:masterClrMapping/>
  </p:clrMapOvr>
</p:sldLayout>
</file>

<file path=ppt/slideLayouts/slideLayout_80000021_A8EF29B5.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1"/>
            <a:ext cx="3491457" cy="289560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4012" y="545295"/>
            <a:ext cx="6934588" cy="579866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84589" y="6343955"/>
            <a:ext cx="2737611"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9" name="Group 8">
            <a:extLst>
              <a:ext uri="{FF2B5EF4-FFF2-40B4-BE49-F238E27FC236}">
                <a16:creationId xmlns:a16="http://schemas.microsoft.com/office/drawing/2014/main" id="{6B5A8CDB-16A7-273D-4981-470B467D9948}"/>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0" name="Freeform 9">
              <a:extLst>
                <a:ext uri="{FF2B5EF4-FFF2-40B4-BE49-F238E27FC236}">
                  <a16:creationId xmlns:a16="http://schemas.microsoft.com/office/drawing/2014/main" id="{2E22F0C2-E1AE-EE25-FDAB-545FFE4BCA4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15BFDC7E-E2C6-0A9B-2A25-C1B6A4271333}"/>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D9D56A1-D1F6-F239-3424-79DDB4C36D6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4246069"/>
      </p:ext>
    </p:extLst>
  </p:cSld>
  <p:clrMapOvr>
    <a:masterClrMapping/>
  </p:clrMapOvr>
</p:sldLayout>
</file>

<file path=ppt/slideLayouts/slideLayout_80000022_CEA08950.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156011" y="914400"/>
            <a:ext cx="6502589" cy="914804"/>
          </a:xfrm>
        </p:spPr>
        <p:txBody>
          <a:bodyPr anchor="b"/>
          <a:lstStyle/>
          <a:p>
            <a:r>
              <a:rPr lang="en-US"/>
              <a:t>Click to edit Master title style</a:t>
            </a:r>
          </a:p>
        </p:txBody>
      </p:sp>
      <p:sp>
        <p:nvSpPr>
          <p:cNvPr id="31" name="Picture Placeholder 10">
            <a:extLst>
              <a:ext uri="{FF2B5EF4-FFF2-40B4-BE49-F238E27FC236}">
                <a16:creationId xmlns:a16="http://schemas.microsoft.com/office/drawing/2014/main" id="{C82DF238-DDEC-9FC9-CC13-1BA826395F8D}"/>
              </a:ext>
            </a:extLst>
          </p:cNvPr>
          <p:cNvSpPr>
            <a:spLocks noGrp="1"/>
          </p:cNvSpPr>
          <p:nvPr>
            <p:ph type="pic" sz="quarter" idx="13" hasCustomPrompt="1"/>
          </p:nvPr>
        </p:nvSpPr>
        <p:spPr>
          <a:xfrm>
            <a:off x="152400" y="152399"/>
            <a:ext cx="4493810" cy="6556681"/>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userDrawn="1">
            <p:ph type="ftr" sz="quarter" idx="16"/>
          </p:nvPr>
        </p:nvSpPr>
        <p:spPr>
          <a:xfrm>
            <a:off x="5156010" y="182329"/>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userDrawn="1">
            <p:ph type="dt" sz="half" idx="15"/>
          </p:nvPr>
        </p:nvSpPr>
        <p:spPr>
          <a:xfrm>
            <a:off x="9030713" y="182329"/>
            <a:ext cx="2060808" cy="365125"/>
          </a:xfrm>
        </p:spPr>
        <p:txBody>
          <a:bodyPr/>
          <a:lstStyle/>
          <a:p>
            <a:fld id="{9CBB6888-43ED-4D3A-B8DA-89EF29644561}" type="datetime1">
              <a:rPr lang="en-US" smtClean="0"/>
              <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userDrawn="1">
            <p:ph type="sldNum" sz="quarter" idx="17"/>
          </p:nvPr>
        </p:nvSpPr>
        <p:spPr>
          <a:xfrm>
            <a:off x="11147096" y="182329"/>
            <a:ext cx="511504"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userDrawn="1">
            <p:ph sz="quarter" idx="14"/>
          </p:nvPr>
        </p:nvSpPr>
        <p:spPr>
          <a:xfrm>
            <a:off x="5157368" y="1978487"/>
            <a:ext cx="6501232" cy="303068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2" name="Group 31">
            <a:extLst>
              <a:ext uri="{FF2B5EF4-FFF2-40B4-BE49-F238E27FC236}">
                <a16:creationId xmlns:a16="http://schemas.microsoft.com/office/drawing/2014/main" id="{44868B88-9755-25E1-E039-0921FD90C285}"/>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33" name="Freeform 32">
              <a:extLst>
                <a:ext uri="{FF2B5EF4-FFF2-40B4-BE49-F238E27FC236}">
                  <a16:creationId xmlns:a16="http://schemas.microsoft.com/office/drawing/2014/main" id="{A65156E2-C456-88AF-2992-FB7677966382}"/>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0044C1F1-EB40-AFC0-8C3C-C1453E7F6BE9}"/>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1B9D327-1CC3-249B-0953-B03A7BB8CDC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27408"/>
      </p:ext>
    </p:extLst>
  </p:cSld>
  <p:clrMapOvr>
    <a:masterClrMapping/>
  </p:clrMapOvr>
</p:sldLayout>
</file>

<file path=ppt/slideLayouts/slideLayout_80000023_752451CE.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914400"/>
            <a:ext cx="6426738" cy="911919"/>
          </a:xfrm>
        </p:spPr>
        <p:txBody>
          <a:bodyPr anchor="b"/>
          <a:lstStyle/>
          <a:p>
            <a:r>
              <a:rPr lang="en-US"/>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userDrawn="1">
            <p:ph type="ftr" sz="quarter" idx="16"/>
          </p:nvPr>
        </p:nvSpPr>
        <p:spPr>
          <a:xfrm>
            <a:off x="525578" y="152400"/>
            <a:ext cx="2892601" cy="365125"/>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userDrawn="1">
            <p:ph type="dt" sz="half" idx="15"/>
          </p:nvPr>
        </p:nvSpPr>
        <p:spPr>
          <a:xfrm>
            <a:off x="4886895" y="152400"/>
            <a:ext cx="1607270" cy="365125"/>
          </a:xfrm>
        </p:spPr>
        <p:txBody>
          <a:bodyPr/>
          <a:lstStyle/>
          <a:p>
            <a:fld id="{27C7479B-2077-4468-85E0-F9294B46DEAE}" type="datetime1">
              <a:rPr lang="en-US" smtClean="0"/>
              <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userDrawn="1">
            <p:ph type="sldNum" sz="quarter" idx="17"/>
          </p:nvPr>
        </p:nvSpPr>
        <p:spPr>
          <a:xfrm>
            <a:off x="6530932" y="152400"/>
            <a:ext cx="429207"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userDrawn="1">
            <p:ph sz="quarter" idx="14"/>
          </p:nvPr>
        </p:nvSpPr>
        <p:spPr>
          <a:xfrm>
            <a:off x="533529" y="1975105"/>
            <a:ext cx="6418659" cy="30070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0">
            <a:extLst>
              <a:ext uri="{FF2B5EF4-FFF2-40B4-BE49-F238E27FC236}">
                <a16:creationId xmlns:a16="http://schemas.microsoft.com/office/drawing/2014/main" id="{F9718B75-2244-295D-B099-AD86B10AC77D}"/>
              </a:ext>
            </a:extLst>
          </p:cNvPr>
          <p:cNvSpPr>
            <a:spLocks noGrp="1"/>
          </p:cNvSpPr>
          <p:nvPr>
            <p:ph type="pic" sz="quarter" idx="13" hasCustomPrompt="1"/>
          </p:nvPr>
        </p:nvSpPr>
        <p:spPr>
          <a:xfrm>
            <a:off x="7545790" y="152399"/>
            <a:ext cx="4493810" cy="6556681"/>
          </a:xfrm>
          <a:blipFill dpi="0" rotWithShape="1">
            <a:blip r:embed="rId2">
              <a:alphaModFix amt="60000"/>
            </a:blip>
            <a:srcRect/>
            <a:stretch>
              <a:fillRect/>
            </a:stretch>
          </a:blipFill>
        </p:spPr>
        <p:txBody>
          <a:bodyPr/>
          <a:lstStyle>
            <a:lvl1pPr marL="0" indent="0">
              <a:buNone/>
              <a:defRPr/>
            </a:lvl1pPr>
          </a:lstStyle>
          <a:p>
            <a:r>
              <a:rPr lang="en-US"/>
              <a:t>   </a:t>
            </a:r>
          </a:p>
        </p:txBody>
      </p:sp>
      <p:grpSp>
        <p:nvGrpSpPr>
          <p:cNvPr id="19" name="Group 18">
            <a:extLst>
              <a:ext uri="{FF2B5EF4-FFF2-40B4-BE49-F238E27FC236}">
                <a16:creationId xmlns:a16="http://schemas.microsoft.com/office/drawing/2014/main" id="{13F2C6E6-3D54-7D38-EDEB-E5EE273DAE44}"/>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20" name="Freeform 19">
              <a:extLst>
                <a:ext uri="{FF2B5EF4-FFF2-40B4-BE49-F238E27FC236}">
                  <a16:creationId xmlns:a16="http://schemas.microsoft.com/office/drawing/2014/main" id="{BAFD9A45-3E86-BF62-5663-0C530EE9CC8A}"/>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CB6B511D-542C-AE3A-C367-072C736719FD}"/>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6588502-08BF-DA35-C936-9BC128FD158C}"/>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65314510"/>
      </p:ext>
    </p:extLst>
  </p:cSld>
  <p:clrMapOvr>
    <a:masterClrMapping/>
  </p:clrMapOvr>
</p:sldLayout>
</file>

<file path=ppt/slideLayouts/slideLayout_80000024_3C7D693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7026432" cy="93268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399"/>
            <a:ext cx="3870960" cy="6556681"/>
          </a:xfrm>
          <a:blipFill dpi="0" rotWithShape="1">
            <a:blip r:embed="rId2">
              <a:alphaModFix amt="60000"/>
            </a:blip>
            <a:srcRect/>
            <a:stretch>
              <a:fillRect l="-8307" r="-8307"/>
            </a:stretch>
          </a:blipFill>
        </p:spPr>
        <p:txBody>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152400"/>
            <a:ext cx="3422906" cy="365125"/>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152400"/>
            <a:ext cx="2150873" cy="365125"/>
          </a:xfrm>
        </p:spPr>
        <p:txBody>
          <a:bodyPr/>
          <a:lstStyle/>
          <a:p>
            <a:fld id="{28E9021D-675F-4984-8FE0-04DA4F4E22F1}" type="datetime1">
              <a:rPr lang="en-US" smtClean="0"/>
              <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152400"/>
            <a:ext cx="511504"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7026432" cy="36925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2" name="Group 11">
            <a:extLst>
              <a:ext uri="{FF2B5EF4-FFF2-40B4-BE49-F238E27FC236}">
                <a16:creationId xmlns:a16="http://schemas.microsoft.com/office/drawing/2014/main" id="{F6651F56-0428-E9E3-E29D-2D1C9892CC5E}"/>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13" name="Freeform 12">
              <a:extLst>
                <a:ext uri="{FF2B5EF4-FFF2-40B4-BE49-F238E27FC236}">
                  <a16:creationId xmlns:a16="http://schemas.microsoft.com/office/drawing/2014/main" id="{67987B20-ED21-510A-3235-2EC20D4A49A8}"/>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897BF58C-338B-6C9A-B23C-C647AE1992EF}"/>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495E5F3-0651-6FEC-D3E3-DE0070C30C73}"/>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4851892"/>
      </p:ext>
    </p:extLst>
  </p:cSld>
  <p:clrMapOvr>
    <a:masterClrMapping/>
  </p:clrMapOvr>
</p:sldLayout>
</file>

<file path=ppt/slideLayouts/slideLayout_80000025_4E092B6D.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6937247" cy="951766"/>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2884653"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152400"/>
            <a:ext cx="2925587" cy="365125"/>
          </a:xfrm>
        </p:spPr>
        <p:txBody>
          <a:bodyPr/>
          <a:lstStyle/>
          <a:p>
            <a:fld id="{A7F72289-EB8A-47CA-A283-A769C9E761BF}"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152400"/>
            <a:ext cx="429207"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1627632"/>
            <a:ext cx="6937247" cy="369564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3" y="152400"/>
            <a:ext cx="3947868" cy="6553200"/>
          </a:xfrm>
          <a:blipFill dpi="0" rotWithShape="1">
            <a:blip r:embed="rId2">
              <a:alphaModFix amt="60000"/>
            </a:blip>
            <a:srcRect/>
            <a:stretch>
              <a:fillRect l="-7141" r="-7141"/>
            </a:stretch>
          </a:blipFill>
        </p:spPr>
        <p:txBody>
          <a:bodyPr/>
          <a:lstStyle>
            <a:lvl1pPr marL="0" indent="0">
              <a:buNone/>
              <a:defRPr/>
            </a:lvl1pPr>
          </a:lstStyle>
          <a:p>
            <a:r>
              <a:rPr lang="en-US"/>
              <a:t>   </a:t>
            </a:r>
          </a:p>
        </p:txBody>
      </p:sp>
      <p:grpSp>
        <p:nvGrpSpPr>
          <p:cNvPr id="3" name="Group 2">
            <a:extLst>
              <a:ext uri="{FF2B5EF4-FFF2-40B4-BE49-F238E27FC236}">
                <a16:creationId xmlns:a16="http://schemas.microsoft.com/office/drawing/2014/main" id="{40E9842E-5272-9733-6CC4-02E9C7D3ACCC}"/>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F3EA5D10-69C6-486A-0777-80B2B1196F9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Oval 5">
              <a:extLst>
                <a:ext uri="{FF2B5EF4-FFF2-40B4-BE49-F238E27FC236}">
                  <a16:creationId xmlns:a16="http://schemas.microsoft.com/office/drawing/2014/main" id="{C732797C-F723-8ACE-B7B8-9CDDFB2722C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465403B-247E-0342-87D7-FBD05DB35C4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09223789"/>
      </p:ext>
    </p:extLst>
  </p:cSld>
  <p:clrMapOvr>
    <a:masterClrMapping/>
  </p:clrMapOvr>
</p:sldLayout>
</file>

<file path=ppt/slideLayouts/slideLayout_80000026_D0C3D3F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accent4">
            <a:alpha val="10000"/>
          </a:schemeClr>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AD30C9-F45F-E304-CAAE-620975FF3993}"/>
              </a:ext>
            </a:extLst>
          </p:cNvPr>
          <p:cNvGrpSpPr/>
          <p:nvPr userDrawn="1"/>
        </p:nvGrpSpPr>
        <p:grpSpPr>
          <a:xfrm flipH="1">
            <a:off x="6945243" y="-88436"/>
            <a:ext cx="5086151" cy="7037751"/>
            <a:chOff x="152400" y="-88436"/>
            <a:chExt cx="5086151" cy="7037751"/>
          </a:xfrm>
          <a:solidFill>
            <a:schemeClr val="accent4">
              <a:lumMod val="20000"/>
              <a:lumOff val="80000"/>
            </a:schemeClr>
          </a:solidFill>
        </p:grpSpPr>
        <p:sp>
          <p:nvSpPr>
            <p:cNvPr id="13" name="Freeform 12">
              <a:extLst>
                <a:ext uri="{FF2B5EF4-FFF2-40B4-BE49-F238E27FC236}">
                  <a16:creationId xmlns:a16="http://schemas.microsoft.com/office/drawing/2014/main" id="{A1CB0EAB-471B-8235-B382-D2BEBB49C120}"/>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9ABA074B-4573-A8F8-7575-45EAEAFEAD20}"/>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2" y="533399"/>
            <a:ext cx="4564047" cy="1295065"/>
          </a:xfrm>
        </p:spPr>
        <p:txBody>
          <a:bodyPr anchor="b">
            <a:normAutofit/>
          </a:bodyPr>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7F6706A-B945-9D23-DD5A-CB965502FA3F}"/>
              </a:ext>
            </a:extLst>
          </p:cNvPr>
          <p:cNvSpPr>
            <a:spLocks noGrp="1"/>
          </p:cNvSpPr>
          <p:nvPr>
            <p:ph type="pic" sz="quarter" idx="15" hasCustomPrompt="1"/>
          </p:nvPr>
        </p:nvSpPr>
        <p:spPr>
          <a:xfrm>
            <a:off x="15240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t="-1305" b="-1305"/>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94552" y="1975104"/>
            <a:ext cx="4574383"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4049900-C118-46F7-B9EF-5F7C1F0005B2}"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32176"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502494706"/>
      </p:ext>
    </p:extLst>
  </p:cSld>
  <p:clrMapOvr>
    <a:masterClrMapping/>
  </p:clrMapOvr>
</p:sldLayout>
</file>

<file path=ppt/slideLayouts/slideLayout_80000027_DB2605EC.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accent4">
            <a:alpha val="10000"/>
          </a:schemeClr>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6CB8499-8357-5EA4-C686-01EAE71250FC}"/>
              </a:ext>
            </a:extLst>
          </p:cNvPr>
          <p:cNvGrpSpPr/>
          <p:nvPr userDrawn="1"/>
        </p:nvGrpSpPr>
        <p:grpSpPr>
          <a:xfrm>
            <a:off x="152400" y="-88436"/>
            <a:ext cx="5086151" cy="7037751"/>
            <a:chOff x="152400" y="-88436"/>
            <a:chExt cx="5086151" cy="7037751"/>
          </a:xfrm>
          <a:solidFill>
            <a:schemeClr val="accent4">
              <a:lumMod val="20000"/>
              <a:lumOff val="80000"/>
            </a:schemeClr>
          </a:solidFill>
        </p:grpSpPr>
        <p:sp>
          <p:nvSpPr>
            <p:cNvPr id="16" name="Freeform 15">
              <a:extLst>
                <a:ext uri="{FF2B5EF4-FFF2-40B4-BE49-F238E27FC236}">
                  <a16:creationId xmlns:a16="http://schemas.microsoft.com/office/drawing/2014/main" id="{94570F6F-AFE0-9B56-0855-C79983DD30C1}"/>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434E4E6F-C713-1424-C1FE-52E40F7B5BDB}"/>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538716"/>
            <a:ext cx="4573438" cy="1288169"/>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userDrawn="1">
            <p:ph sz="quarter" idx="14"/>
          </p:nvPr>
        </p:nvSpPr>
        <p:spPr>
          <a:xfrm>
            <a:off x="533401" y="1975103"/>
            <a:ext cx="4573438"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1B1E69B2-56D1-36B4-B16D-18135A325F89}"/>
              </a:ext>
            </a:extLst>
          </p:cNvPr>
          <p:cNvSpPr>
            <a:spLocks noGrp="1"/>
          </p:cNvSpPr>
          <p:nvPr>
            <p:ph type="pic" sz="quarter" idx="15" hasCustomPrompt="1"/>
          </p:nvPr>
        </p:nvSpPr>
        <p:spPr>
          <a:xfrm>
            <a:off x="548698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userDrawn="1">
            <p:ph type="ftr" sz="quarter" idx="11"/>
          </p:nvPr>
        </p:nvSpPr>
        <p:spPr>
          <a:xfrm>
            <a:off x="533400" y="6343955"/>
            <a:ext cx="2177996" cy="365125"/>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userDrawn="1">
            <p:ph type="dt" sz="half" idx="10"/>
          </p:nvPr>
        </p:nvSpPr>
        <p:spPr>
          <a:xfrm>
            <a:off x="3213651" y="6343955"/>
            <a:ext cx="1573037" cy="365125"/>
          </a:xfrm>
        </p:spPr>
        <p:txBody>
          <a:bodyPr/>
          <a:lstStyle/>
          <a:p>
            <a:fld id="{887B796E-5BDB-4A6E-9AF1-D89C4A830347}"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userDrawn="1">
            <p:ph type="sldNum" sz="quarter" idx="12"/>
          </p:nvPr>
        </p:nvSpPr>
        <p:spPr>
          <a:xfrm>
            <a:off x="4796658" y="6343955"/>
            <a:ext cx="429207" cy="365125"/>
          </a:xfrm>
        </p:spPr>
        <p:txBody>
          <a:bodyPr/>
          <a:lstStyle>
            <a:lvl1pPr>
              <a:defRPr>
                <a:solidFill>
                  <a:schemeClr val="tx1"/>
                </a:solidFill>
                <a:effectLst/>
              </a:defRPr>
            </a:lvl1pPr>
          </a:lstStyle>
          <a:p>
            <a:fld id="{AEAA3239-9EA4-4A65-A281-97F994456D9F}" type="slidenum">
              <a:rPr lang="en-US" smtClean="0"/>
              <a:t/>
            </a:fld>
            <a:endParaRPr lang="en-US"/>
          </a:p>
        </p:txBody>
      </p:sp>
    </p:spTree>
    <p:extLst>
      <p:ext uri="{BB962C8B-B14F-4D97-AF65-F5344CB8AC3E}">
        <p14:creationId xmlns:p14="http://schemas.microsoft.com/office/powerpoint/2010/main" val="3676702188"/>
      </p:ext>
    </p:extLst>
  </p:cSld>
  <p:clrMapOvr>
    <a:masterClrMapping/>
  </p:clrMapOvr>
</p:sldLayout>
</file>

<file path=ppt/slideLayouts/slideLayout_80000028_EB26998.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4">
            <a:alpha val="10000"/>
          </a:schemeClr>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DEE76FDB-7A89-C33C-CB4F-6DC97275A552}"/>
              </a:ext>
            </a:extLst>
          </p:cNvPr>
          <p:cNvSpPr/>
          <p:nvPr/>
        </p:nvSpPr>
        <p:spPr>
          <a:xfrm>
            <a:off x="11667386" y="184958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5AAF97FD-5C76-FAAA-861A-C7AEDEB99A83}"/>
              </a:ext>
            </a:extLst>
          </p:cNvPr>
          <p:cNvSpPr/>
          <p:nvPr/>
        </p:nvSpPr>
        <p:spPr>
          <a:xfrm rot="20019298">
            <a:off x="7413522" y="-8843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0000" y="533399"/>
            <a:ext cx="3445936" cy="1633865"/>
          </a:xfrm>
        </p:spPr>
        <p:txBody>
          <a:bodyPr anchor="b">
            <a:normAutofit/>
          </a:bodyPr>
          <a:lstStyle>
            <a:lvl1pPr>
              <a:defRPr sz="2800"/>
            </a:lvl1pPr>
          </a:lstStyle>
          <a:p>
            <a:r>
              <a:rPr lang="en-US"/>
              <a:t>Click to edit Master title style</a:t>
            </a:r>
          </a:p>
        </p:txBody>
      </p:sp>
      <p:sp>
        <p:nvSpPr>
          <p:cNvPr id="18" name="Picture Placeholder 17">
            <a:extLst>
              <a:ext uri="{FF2B5EF4-FFF2-40B4-BE49-F238E27FC236}">
                <a16:creationId xmlns:a16="http://schemas.microsoft.com/office/drawing/2014/main" id="{393FD555-499C-07D3-69D3-21FA79A923EE}"/>
              </a:ext>
            </a:extLst>
          </p:cNvPr>
          <p:cNvSpPr>
            <a:spLocks noGrp="1"/>
          </p:cNvSpPr>
          <p:nvPr>
            <p:ph type="pic" sz="quarter" idx="18" hasCustomPrompt="1"/>
          </p:nvPr>
        </p:nvSpPr>
        <p:spPr>
          <a:xfrm>
            <a:off x="152401" y="165101"/>
            <a:ext cx="7012693" cy="6528179"/>
          </a:xfrm>
          <a:custGeom>
            <a:avLst/>
            <a:gdLst>
              <a:gd name="connsiteX0" fmla="*/ 0 w 7012693"/>
              <a:gd name="connsiteY0" fmla="*/ 0 h 6528179"/>
              <a:gd name="connsiteX1" fmla="*/ 4061943 w 7012693"/>
              <a:gd name="connsiteY1" fmla="*/ 0 h 6528179"/>
              <a:gd name="connsiteX2" fmla="*/ 4075051 w 7012693"/>
              <a:gd name="connsiteY2" fmla="*/ 662 h 6528179"/>
              <a:gd name="connsiteX3" fmla="*/ 7012693 w 7012693"/>
              <a:gd name="connsiteY3" fmla="*/ 3255973 h 6528179"/>
              <a:gd name="connsiteX4" fmla="*/ 4075051 w 7012693"/>
              <a:gd name="connsiteY4" fmla="*/ 6511286 h 6528179"/>
              <a:gd name="connsiteX5" fmla="*/ 3780898 w 7012693"/>
              <a:gd name="connsiteY5" fmla="*/ 6526140 h 6528179"/>
              <a:gd name="connsiteX6" fmla="*/ 3780898 w 7012693"/>
              <a:gd name="connsiteY6" fmla="*/ 6528179 h 6528179"/>
              <a:gd name="connsiteX7" fmla="*/ 3740486 w 7012693"/>
              <a:gd name="connsiteY7" fmla="*/ 6528179 h 6528179"/>
              <a:gd name="connsiteX8" fmla="*/ 0 w 7012693"/>
              <a:gd name="connsiteY8" fmla="*/ 6528179 h 6528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2693" h="6528179">
                <a:moveTo>
                  <a:pt x="0" y="0"/>
                </a:moveTo>
                <a:lnTo>
                  <a:pt x="4061943" y="0"/>
                </a:lnTo>
                <a:lnTo>
                  <a:pt x="4075051" y="662"/>
                </a:lnTo>
                <a:cubicBezTo>
                  <a:pt x="5725082" y="168231"/>
                  <a:pt x="7012693" y="1561734"/>
                  <a:pt x="7012693" y="3255973"/>
                </a:cubicBezTo>
                <a:cubicBezTo>
                  <a:pt x="7012693" y="4950214"/>
                  <a:pt x="5725082" y="6343717"/>
                  <a:pt x="4075051" y="6511286"/>
                </a:cubicBezTo>
                <a:lnTo>
                  <a:pt x="3780898" y="6526140"/>
                </a:lnTo>
                <a:lnTo>
                  <a:pt x="3780898" y="6528179"/>
                </a:lnTo>
                <a:lnTo>
                  <a:pt x="3740486" y="6528179"/>
                </a:lnTo>
                <a:lnTo>
                  <a:pt x="0" y="652817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20127" y="2315569"/>
            <a:ext cx="3445810" cy="326487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0B4A3A31-ACEE-4A00-9ED7-D579651BDB0B}"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6573464"/>
      </p:ext>
    </p:extLst>
  </p:cSld>
  <p:clrMapOvr>
    <a:masterClrMapping/>
  </p:clrMapOvr>
</p:sldLayout>
</file>

<file path=ppt/slideLayouts/slideLayout_80000029_A687C6CE.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4">
            <a:alpha val="10000"/>
          </a:schemeClr>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A6F5D5CD-E3CF-4D04-62B3-AF08E9EE6191}"/>
              </a:ext>
            </a:extLst>
          </p:cNvPr>
          <p:cNvSpPr/>
          <p:nvPr userDrawn="1"/>
        </p:nvSpPr>
        <p:spPr>
          <a:xfrm flipH="1">
            <a:off x="137466" y="184814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B1DA5C74-70BA-EB67-6C91-23759A7DFE80}"/>
              </a:ext>
            </a:extLst>
          </p:cNvPr>
          <p:cNvSpPr/>
          <p:nvPr userDrawn="1"/>
        </p:nvSpPr>
        <p:spPr>
          <a:xfrm rot="1580702" flipH="1">
            <a:off x="787977" y="-8987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25937" y="533399"/>
            <a:ext cx="3445936" cy="1633865"/>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126064" y="2315569"/>
            <a:ext cx="3445936" cy="32663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0">
            <a:extLst>
              <a:ext uri="{FF2B5EF4-FFF2-40B4-BE49-F238E27FC236}">
                <a16:creationId xmlns:a16="http://schemas.microsoft.com/office/drawing/2014/main" id="{D2358A49-B95B-0643-769E-B32E1FF58E94}"/>
              </a:ext>
            </a:extLst>
          </p:cNvPr>
          <p:cNvSpPr>
            <a:spLocks noGrp="1"/>
          </p:cNvSpPr>
          <p:nvPr>
            <p:ph type="pic" sz="quarter" idx="18" hasCustomPrompt="1"/>
          </p:nvPr>
        </p:nvSpPr>
        <p:spPr>
          <a:xfrm>
            <a:off x="5041841" y="164667"/>
            <a:ext cx="6997886" cy="6527172"/>
          </a:xfrm>
          <a:custGeom>
            <a:avLst/>
            <a:gdLst>
              <a:gd name="connsiteX0" fmla="*/ 2935334 w 6997886"/>
              <a:gd name="connsiteY0" fmla="*/ 0 h 6527172"/>
              <a:gd name="connsiteX1" fmla="*/ 6997886 w 6997886"/>
              <a:gd name="connsiteY1" fmla="*/ 0 h 6527172"/>
              <a:gd name="connsiteX2" fmla="*/ 6997886 w 6997886"/>
              <a:gd name="connsiteY2" fmla="*/ 6527172 h 6527172"/>
              <a:gd name="connsiteX3" fmla="*/ 3272207 w 6997886"/>
              <a:gd name="connsiteY3" fmla="*/ 6527172 h 6527172"/>
              <a:gd name="connsiteX4" fmla="*/ 3231795 w 6997886"/>
              <a:gd name="connsiteY4" fmla="*/ 6527172 h 6527172"/>
              <a:gd name="connsiteX5" fmla="*/ 3231795 w 6997886"/>
              <a:gd name="connsiteY5" fmla="*/ 6525133 h 6527172"/>
              <a:gd name="connsiteX6" fmla="*/ 2937642 w 6997886"/>
              <a:gd name="connsiteY6" fmla="*/ 6510279 h 6527172"/>
              <a:gd name="connsiteX7" fmla="*/ 0 w 6997886"/>
              <a:gd name="connsiteY7" fmla="*/ 3254966 h 6527172"/>
              <a:gd name="connsiteX8" fmla="*/ 2632735 w 6997886"/>
              <a:gd name="connsiteY8" fmla="*/ 45215 h 652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7886" h="6527172">
                <a:moveTo>
                  <a:pt x="2935334" y="0"/>
                </a:moveTo>
                <a:lnTo>
                  <a:pt x="6997886" y="0"/>
                </a:lnTo>
                <a:lnTo>
                  <a:pt x="6997886" y="6527172"/>
                </a:lnTo>
                <a:lnTo>
                  <a:pt x="3272207" y="6527172"/>
                </a:lnTo>
                <a:lnTo>
                  <a:pt x="3231795" y="6527172"/>
                </a:lnTo>
                <a:lnTo>
                  <a:pt x="3231795" y="6525133"/>
                </a:lnTo>
                <a:lnTo>
                  <a:pt x="2937642" y="6510279"/>
                </a:lnTo>
                <a:cubicBezTo>
                  <a:pt x="1287611" y="6342710"/>
                  <a:pt x="0" y="4949207"/>
                  <a:pt x="0" y="3254966"/>
                </a:cubicBezTo>
                <a:cubicBezTo>
                  <a:pt x="0" y="1666617"/>
                  <a:pt x="1131690" y="342587"/>
                  <a:pt x="2632735" y="45215"/>
                </a:cubicBez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1" y="6343955"/>
            <a:ext cx="1719634"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0D1F969F-5863-4766-8113-71CA528EC836}"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793916110"/>
      </p:ext>
    </p:extLst>
  </p:cSld>
  <p:clrMapOvr>
    <a:masterClrMapping/>
  </p:clrMapOvr>
</p:sldLayout>
</file>

<file path=ppt/slideLayouts/slideLayout_80000030_E2FB57.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8028"/>
            <a:ext cx="11125199" cy="681172"/>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72903"/>
            <a:ext cx="2144113"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172903"/>
            <a:ext cx="1449697" cy="365125"/>
          </a:xfrm>
        </p:spPr>
        <p:txBody>
          <a:bodyPr/>
          <a:lstStyle/>
          <a:p>
            <a:fld id="{3390AD02-C8DF-4FB3-89C8-8C8B1F633346}"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172903"/>
            <a:ext cx="533400" cy="365125"/>
          </a:xfrm>
        </p:spPr>
        <p:txBody>
          <a:bodyPr/>
          <a:lstStyle/>
          <a:p>
            <a:fld id="{AEAA3239-9EA4-4A65-A281-97F994456D9F}" type="slidenum">
              <a:rPr lang="en-US" smtClean="0"/>
              <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52400" y="1713653"/>
            <a:ext cx="6380671" cy="49919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3652"/>
            <a:ext cx="4555345" cy="46262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93DC2AD8-EEC1-274E-2CAF-91B6E6043234}"/>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CC868200-7F84-A90B-0C48-C405EB737F34}"/>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Oval 5">
              <a:extLst>
                <a:ext uri="{FF2B5EF4-FFF2-40B4-BE49-F238E27FC236}">
                  <a16:creationId xmlns:a16="http://schemas.microsoft.com/office/drawing/2014/main" id="{E9731EA4-0975-21CF-5EC6-9E86D1BCC46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2E0E55F-607A-CA44-0E42-DBF059BFB5E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75479"/>
      </p:ext>
    </p:extLst>
  </p:cSld>
  <p:clrMapOvr>
    <a:masterClrMapping/>
  </p:clrMapOvr>
</p:sldLayout>
</file>

<file path=ppt/slideLayouts/slideLayout_80000031_930B58EC.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4751831" cy="1066800"/>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6827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68275"/>
            <a:ext cx="2202644" cy="365125"/>
          </a:xfrm>
        </p:spPr>
        <p:txBody>
          <a:bodyPr/>
          <a:lstStyle/>
          <a:p>
            <a:fld id="{3CC8FB4D-92F2-4C28-8BFC-2AE0229C3E9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68275"/>
            <a:ext cx="511504" cy="365125"/>
          </a:xfr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965325"/>
            <a:ext cx="5132831" cy="47402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533401"/>
            <a:ext cx="5753037" cy="580647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1A3C6D11-73AA-988F-E1D4-664C174ABABA}"/>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F8B5E6DD-EE69-D40C-A8FE-DE2384B1E8B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5FC0711D-C5ED-5B1A-2E7C-9FE15FB482E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1D12C4-9951-4AB5-34C3-19533883DE7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66994412"/>
      </p:ext>
    </p:extLst>
  </p:cSld>
  <p:clrMapOvr>
    <a:masterClrMapping/>
  </p:clrMapOvr>
</p:sldLayout>
</file>

<file path=ppt/slideLayouts/slideLayout_80000032_42298794.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2" y="533400"/>
            <a:ext cx="3738880" cy="149204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2295144"/>
            <a:ext cx="4119881" cy="441045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1E4B44CF-1305-73AF-CB81-185F71C3F9A8}"/>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07FBDB18-DAD4-56E8-76C4-52841FE2189D}"/>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2CFCD660-D08E-0A3F-7278-2E9F9F36C83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DFA1FF0-E75A-D7BA-5FB5-9B53D80B386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0017940"/>
      </p:ext>
    </p:extLst>
  </p:cSld>
  <p:clrMapOvr>
    <a:masterClrMapping/>
  </p:clrMapOvr>
</p:sldLayout>
</file>

<file path=ppt/slideLayouts/slideLayout_80000033_6C4A9087.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3776106" cy="1517187"/>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
            </a:fld>
            <a:endParaRPr lang="en-US"/>
          </a:p>
        </p:txBody>
      </p:sp>
      <p:sp>
        <p:nvSpPr>
          <p:cNvPr id="15" name="Picture Placeholder 14">
            <a:extLst>
              <a:ext uri="{FF2B5EF4-FFF2-40B4-BE49-F238E27FC236}">
                <a16:creationId xmlns:a16="http://schemas.microsoft.com/office/drawing/2014/main" id="{E3C17A09-6C4B-7D4E-85BB-8A1C6656C79D}"/>
              </a:ext>
            </a:extLst>
          </p:cNvPr>
          <p:cNvSpPr>
            <a:spLocks noGrp="1"/>
          </p:cNvSpPr>
          <p:nvPr>
            <p:ph type="pic" sz="quarter" idx="15"/>
          </p:nvPr>
        </p:nvSpPr>
        <p:spPr>
          <a:xfrm>
            <a:off x="152400" y="2166087"/>
            <a:ext cx="4157105" cy="4527311"/>
          </a:xfrm>
          <a:custGeom>
            <a:avLst/>
            <a:gdLst>
              <a:gd name="connsiteX0" fmla="*/ 1652105 w 4157105"/>
              <a:gd name="connsiteY0" fmla="*/ 0 h 4527311"/>
              <a:gd name="connsiteX1" fmla="*/ 2122593 w 4157105"/>
              <a:gd name="connsiteY1" fmla="*/ 0 h 4527311"/>
              <a:gd name="connsiteX2" fmla="*/ 2344784 w 4157105"/>
              <a:gd name="connsiteY2" fmla="*/ 33911 h 4527311"/>
              <a:gd name="connsiteX3" fmla="*/ 4145388 w 4157105"/>
              <a:gd name="connsiteY3" fmla="*/ 2025485 h 4527311"/>
              <a:gd name="connsiteX4" fmla="*/ 4157105 w 4157105"/>
              <a:gd name="connsiteY4" fmla="*/ 2257534 h 4527311"/>
              <a:gd name="connsiteX5" fmla="*/ 4157105 w 4157105"/>
              <a:gd name="connsiteY5" fmla="*/ 2257574 h 4527311"/>
              <a:gd name="connsiteX6" fmla="*/ 4145388 w 4157105"/>
              <a:gd name="connsiteY6" fmla="*/ 2489624 h 4527311"/>
              <a:gd name="connsiteX7" fmla="*/ 1887349 w 4157105"/>
              <a:gd name="connsiteY7" fmla="*/ 4527311 h 4527311"/>
              <a:gd name="connsiteX8" fmla="*/ 5231 w 4157105"/>
              <a:gd name="connsiteY8" fmla="*/ 3526597 h 4527311"/>
              <a:gd name="connsiteX9" fmla="*/ 0 w 4157105"/>
              <a:gd name="connsiteY9" fmla="*/ 3517987 h 4527311"/>
              <a:gd name="connsiteX10" fmla="*/ 0 w 4157105"/>
              <a:gd name="connsiteY10" fmla="*/ 998627 h 4527311"/>
              <a:gd name="connsiteX11" fmla="*/ 20659 w 4157105"/>
              <a:gd name="connsiteY11" fmla="*/ 965968 h 4527311"/>
              <a:gd name="connsiteX12" fmla="*/ 1429914 w 4157105"/>
              <a:gd name="connsiteY12" fmla="*/ 33911 h 45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7105" h="4527311">
                <a:moveTo>
                  <a:pt x="1652105" y="0"/>
                </a:moveTo>
                <a:lnTo>
                  <a:pt x="2122593" y="0"/>
                </a:lnTo>
                <a:lnTo>
                  <a:pt x="2344784" y="33911"/>
                </a:lnTo>
                <a:cubicBezTo>
                  <a:pt x="3305196" y="230439"/>
                  <a:pt x="4044651" y="1033551"/>
                  <a:pt x="4145388" y="2025485"/>
                </a:cubicBezTo>
                <a:lnTo>
                  <a:pt x="4157105" y="2257534"/>
                </a:lnTo>
                <a:lnTo>
                  <a:pt x="4157105" y="2257574"/>
                </a:lnTo>
                <a:lnTo>
                  <a:pt x="4145388" y="2489624"/>
                </a:lnTo>
                <a:cubicBezTo>
                  <a:pt x="4029153" y="3634162"/>
                  <a:pt x="3062554" y="4527311"/>
                  <a:pt x="1887349" y="4527311"/>
                </a:cubicBezTo>
                <a:cubicBezTo>
                  <a:pt x="1103879" y="4527311"/>
                  <a:pt x="413123" y="4130356"/>
                  <a:pt x="5231" y="3526597"/>
                </a:cubicBezTo>
                <a:lnTo>
                  <a:pt x="0" y="3517987"/>
                </a:lnTo>
                <a:lnTo>
                  <a:pt x="0" y="998627"/>
                </a:lnTo>
                <a:lnTo>
                  <a:pt x="20659" y="965968"/>
                </a:lnTo>
                <a:cubicBezTo>
                  <a:pt x="347419" y="494603"/>
                  <a:pt x="848126" y="152962"/>
                  <a:pt x="1429914" y="33911"/>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C8C12F3C-50DF-BEBA-FB6C-27142A162AAE}"/>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6825991"/>
      </p:ext>
    </p:extLst>
  </p:cSld>
  <p:clrMapOvr>
    <a:masterClrMapping/>
  </p:clrMapOvr>
</p:sldLayout>
</file>

<file path=ppt/slideLayouts/slideLayout_80000034_CB05F17D.xml><?xml version="1.0" encoding="utf-8"?>
<p:sldLayout xmlns:a="http://schemas.openxmlformats.org/drawingml/2006/main" xmlns:r="http://schemas.openxmlformats.org/officeDocument/2006/relationships" xmlns:p="http://schemas.openxmlformats.org/presentationml/2006/main" preserve="1">
  <p:cSld name="Number Large ">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F71D5AD-5918-9F17-2D08-84D34E91AE20}"/>
              </a:ext>
            </a:extLst>
          </p:cNvPr>
          <p:cNvGrpSpPr/>
          <p:nvPr userDrawn="1"/>
        </p:nvGrpSpPr>
        <p:grpSpPr>
          <a:xfrm>
            <a:off x="165100" y="-88436"/>
            <a:ext cx="11895596" cy="7037751"/>
            <a:chOff x="165100" y="-88436"/>
            <a:chExt cx="11895596" cy="7037751"/>
          </a:xfrm>
        </p:grpSpPr>
        <p:sp>
          <p:nvSpPr>
            <p:cNvPr id="6" name="Freeform 5">
              <a:extLst>
                <a:ext uri="{FF2B5EF4-FFF2-40B4-BE49-F238E27FC236}">
                  <a16:creationId xmlns:a16="http://schemas.microsoft.com/office/drawing/2014/main" id="{CF5255D9-D437-440F-52FC-7A9A56ED69B6}"/>
                </a:ext>
              </a:extLst>
            </p:cNvPr>
            <p:cNvSpPr/>
            <p:nvPr userDrawn="1"/>
          </p:nvSpPr>
          <p:spPr>
            <a:xfrm>
              <a:off x="11211807" y="1222325"/>
              <a:ext cx="848889" cy="4397497"/>
            </a:xfrm>
            <a:custGeom>
              <a:avLst/>
              <a:gdLst>
                <a:gd name="connsiteX0" fmla="*/ 848889 w 848889"/>
                <a:gd name="connsiteY0" fmla="*/ 0 h 4397497"/>
                <a:gd name="connsiteX1" fmla="*/ 848889 w 848889"/>
                <a:gd name="connsiteY1" fmla="*/ 4397497 h 4397497"/>
                <a:gd name="connsiteX2" fmla="*/ 661895 w 848889"/>
                <a:gd name="connsiteY2" fmla="*/ 4172274 h 4397497"/>
                <a:gd name="connsiteX3" fmla="*/ 0 w 848889"/>
                <a:gd name="connsiteY3" fmla="*/ 2198748 h 4397497"/>
                <a:gd name="connsiteX4" fmla="*/ 661895 w 848889"/>
                <a:gd name="connsiteY4" fmla="*/ 225223 h 4397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89" h="4397497">
                  <a:moveTo>
                    <a:pt x="848889" y="0"/>
                  </a:moveTo>
                  <a:lnTo>
                    <a:pt x="848889" y="4397497"/>
                  </a:lnTo>
                  <a:lnTo>
                    <a:pt x="661895" y="4172274"/>
                  </a:lnTo>
                  <a:cubicBezTo>
                    <a:pt x="246457" y="3623646"/>
                    <a:pt x="0" y="2939978"/>
                    <a:pt x="0" y="2198748"/>
                  </a:cubicBezTo>
                  <a:cubicBezTo>
                    <a:pt x="0" y="1457518"/>
                    <a:pt x="246457" y="773851"/>
                    <a:pt x="661895" y="225223"/>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A94AE810-B300-8E7F-E8A1-5AFF4F9C218D}"/>
                </a:ext>
              </a:extLst>
            </p:cNvPr>
            <p:cNvSpPr/>
            <p:nvPr userDrawn="1"/>
          </p:nvSpPr>
          <p:spPr>
            <a:xfrm flipH="1">
              <a:off x="165100" y="148865"/>
              <a:ext cx="6544414" cy="654441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351FAB8-FACD-B6BD-022E-9C93374487CD}"/>
                </a:ext>
              </a:extLst>
            </p:cNvPr>
            <p:cNvSpPr/>
            <p:nvPr userDrawn="1"/>
          </p:nvSpPr>
          <p:spPr>
            <a:xfrm rot="1580702" flipH="1">
              <a:off x="6957943" y="-88436"/>
              <a:ext cx="4005435" cy="7037751"/>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7147521" y="533400"/>
            <a:ext cx="3672879" cy="5791200"/>
          </a:xfrm>
        </p:spPr>
        <p:txBody>
          <a:bodyPr anchor="ctr">
            <a:normAutofit/>
          </a:bodyPr>
          <a:lstStyle>
            <a:lvl1pPr algn="ctr">
              <a:lnSpc>
                <a:spcPct val="110000"/>
              </a:lnSpc>
              <a:defRPr sz="2800" b="0">
                <a:solidFill>
                  <a:schemeClr val="tx1"/>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406164349"/>
      </p:ext>
    </p:extLst>
  </p:cSld>
  <p:clrMapOvr>
    <a:masterClrMapping/>
  </p:clrMapOvr>
</p:sldLayout>
</file>

<file path=ppt/slideLayouts/slideLayout_80000035_4BB35E3F.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001A80B-57C3-2542-F8F9-4162F212C6E2}"/>
              </a:ext>
            </a:extLst>
          </p:cNvPr>
          <p:cNvGrpSpPr/>
          <p:nvPr userDrawn="1"/>
        </p:nvGrpSpPr>
        <p:grpSpPr>
          <a:xfrm>
            <a:off x="152400" y="-88436"/>
            <a:ext cx="11903178" cy="7037751"/>
            <a:chOff x="152400" y="-88436"/>
            <a:chExt cx="11903178" cy="7037751"/>
          </a:xfrm>
        </p:grpSpPr>
        <p:sp>
          <p:nvSpPr>
            <p:cNvPr id="12" name="Freeform 11">
              <a:extLst>
                <a:ext uri="{FF2B5EF4-FFF2-40B4-BE49-F238E27FC236}">
                  <a16:creationId xmlns:a16="http://schemas.microsoft.com/office/drawing/2014/main" id="{29A715F7-04E9-46E5-C36A-E9884D1BF516}"/>
                </a:ext>
              </a:extLst>
            </p:cNvPr>
            <p:cNvSpPr/>
            <p:nvPr/>
          </p:nvSpPr>
          <p:spPr>
            <a:xfrm flipH="1">
              <a:off x="152400" y="653131"/>
              <a:ext cx="1526293" cy="5535886"/>
            </a:xfrm>
            <a:custGeom>
              <a:avLst/>
              <a:gdLst>
                <a:gd name="connsiteX0" fmla="*/ 1526293 w 1526293"/>
                <a:gd name="connsiteY0" fmla="*/ 0 h 5535886"/>
                <a:gd name="connsiteX1" fmla="*/ 1525150 w 1526293"/>
                <a:gd name="connsiteY1" fmla="*/ 652 h 5535886"/>
                <a:gd name="connsiteX2" fmla="*/ 0 w 1526293"/>
                <a:gd name="connsiteY2" fmla="*/ 2767942 h 5535886"/>
                <a:gd name="connsiteX3" fmla="*/ 1525150 w 1526293"/>
                <a:gd name="connsiteY3" fmla="*/ 5535233 h 5535886"/>
                <a:gd name="connsiteX4" fmla="*/ 1526293 w 1526293"/>
                <a:gd name="connsiteY4" fmla="*/ 5535886 h 5535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293" h="5535886">
                  <a:moveTo>
                    <a:pt x="1526293" y="0"/>
                  </a:moveTo>
                  <a:lnTo>
                    <a:pt x="1525150" y="652"/>
                  </a:lnTo>
                  <a:cubicBezTo>
                    <a:pt x="608598" y="580508"/>
                    <a:pt x="0" y="1603152"/>
                    <a:pt x="0" y="2767942"/>
                  </a:cubicBezTo>
                  <a:cubicBezTo>
                    <a:pt x="0" y="3932733"/>
                    <a:pt x="608598" y="4955377"/>
                    <a:pt x="1525150" y="5535233"/>
                  </a:cubicBezTo>
                  <a:lnTo>
                    <a:pt x="1526293" y="5535886"/>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E2ADEA49-6060-3F6F-D1ED-DA311F3074C0}"/>
                </a:ext>
              </a:extLst>
            </p:cNvPr>
            <p:cNvSpPr/>
            <p:nvPr/>
          </p:nvSpPr>
          <p:spPr>
            <a:xfrm>
              <a:off x="6180986" y="148865"/>
              <a:ext cx="5874592" cy="6544414"/>
            </a:xfrm>
            <a:custGeom>
              <a:avLst/>
              <a:gdLst>
                <a:gd name="connsiteX0" fmla="*/ 3272207 w 5874592"/>
                <a:gd name="connsiteY0" fmla="*/ 0 h 6544414"/>
                <a:gd name="connsiteX1" fmla="*/ 5797201 w 5874592"/>
                <a:gd name="connsiteY1" fmla="*/ 1190780 h 6544414"/>
                <a:gd name="connsiteX2" fmla="*/ 5874592 w 5874592"/>
                <a:gd name="connsiteY2" fmla="*/ 1294273 h 6544414"/>
                <a:gd name="connsiteX3" fmla="*/ 5874592 w 5874592"/>
                <a:gd name="connsiteY3" fmla="*/ 5250141 h 6544414"/>
                <a:gd name="connsiteX4" fmla="*/ 5797201 w 5874592"/>
                <a:gd name="connsiteY4" fmla="*/ 5353635 h 6544414"/>
                <a:gd name="connsiteX5" fmla="*/ 3272207 w 5874592"/>
                <a:gd name="connsiteY5" fmla="*/ 6544414 h 6544414"/>
                <a:gd name="connsiteX6" fmla="*/ 0 w 5874592"/>
                <a:gd name="connsiteY6" fmla="*/ 3272207 h 6544414"/>
                <a:gd name="connsiteX7" fmla="*/ 3272207 w 5874592"/>
                <a:gd name="connsiteY7" fmla="*/ 0 h 654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74592" h="6544414">
                  <a:moveTo>
                    <a:pt x="3272207" y="0"/>
                  </a:moveTo>
                  <a:cubicBezTo>
                    <a:pt x="4288752" y="0"/>
                    <a:pt x="5197030" y="463541"/>
                    <a:pt x="5797201" y="1190780"/>
                  </a:cubicBezTo>
                  <a:lnTo>
                    <a:pt x="5874592" y="1294273"/>
                  </a:lnTo>
                  <a:lnTo>
                    <a:pt x="5874592" y="5250141"/>
                  </a:lnTo>
                  <a:lnTo>
                    <a:pt x="5797201" y="5353635"/>
                  </a:lnTo>
                  <a:cubicBezTo>
                    <a:pt x="5197030" y="6080874"/>
                    <a:pt x="4288752" y="6544414"/>
                    <a:pt x="3272207" y="6544414"/>
                  </a:cubicBezTo>
                  <a:cubicBezTo>
                    <a:pt x="1465017" y="6544414"/>
                    <a:pt x="0" y="5079397"/>
                    <a:pt x="0" y="3272207"/>
                  </a:cubicBezTo>
                  <a:cubicBezTo>
                    <a:pt x="0" y="1465017"/>
                    <a:pt x="1465017" y="0"/>
                    <a:pt x="3272207"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AE1AA2C1-F4A0-4B20-96E2-4E487E8DFC09}"/>
                </a:ext>
              </a:extLst>
            </p:cNvPr>
            <p:cNvSpPr/>
            <p:nvPr/>
          </p:nvSpPr>
          <p:spPr>
            <a:xfrm rot="20019298">
              <a:off x="1927122" y="-88436"/>
              <a:ext cx="4005435" cy="7037751"/>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itle 1">
            <a:extLst>
              <a:ext uri="{FF2B5EF4-FFF2-40B4-BE49-F238E27FC236}">
                <a16:creationId xmlns:a16="http://schemas.microsoft.com/office/drawing/2014/main" id="{214F1C20-FCE7-30C0-F59F-71217EDB9E89}"/>
              </a:ext>
            </a:extLst>
          </p:cNvPr>
          <p:cNvSpPr>
            <a:spLocks noGrp="1"/>
          </p:cNvSpPr>
          <p:nvPr>
            <p:ph type="title"/>
          </p:nvPr>
        </p:nvSpPr>
        <p:spPr>
          <a:xfrm>
            <a:off x="7405179" y="533400"/>
            <a:ext cx="3948621" cy="5791200"/>
          </a:xfrm>
        </p:spPr>
        <p:txBody>
          <a:bodyPr anchor="ctr">
            <a:normAutofit/>
          </a:bodyPr>
          <a:lstStyle>
            <a:lvl1pPr algn="ctr">
              <a:lnSpc>
                <a:spcPct val="110000"/>
              </a:lnSpc>
              <a:defRPr sz="2800" b="0">
                <a:solidFill>
                  <a:schemeClr val="tx1"/>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270046271"/>
      </p:ext>
    </p:extLst>
  </p:cSld>
  <p:clrMapOvr>
    <a:masterClrMapping/>
  </p:clrMapOvr>
</p:sldLayout>
</file>

<file path=ppt/slideLayouts/slideLayout_80000036_EEEAED53.xml><?xml version="1.0" encoding="utf-8"?>
<p:sldLayout xmlns:a="http://schemas.openxmlformats.org/drawingml/2006/main" xmlns:r="http://schemas.openxmlformats.org/officeDocument/2006/relationships" xmlns:p="http://schemas.openxmlformats.org/presentationml/2006/main" preserve="1" userDrawn="1">
  <p:cSld name="Number Large 3 ">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D2F98B-D271-37CE-BA9E-7E33E5BDD2F8}"/>
              </a:ext>
            </a:extLst>
          </p:cNvPr>
          <p:cNvGrpSpPr/>
          <p:nvPr userDrawn="1"/>
        </p:nvGrpSpPr>
        <p:grpSpPr>
          <a:xfrm>
            <a:off x="3674605" y="167600"/>
            <a:ext cx="9578190" cy="6544414"/>
            <a:chOff x="3674605" y="167600"/>
            <a:chExt cx="9578190" cy="6544414"/>
          </a:xfrm>
        </p:grpSpPr>
        <p:sp>
          <p:nvSpPr>
            <p:cNvPr id="6" name="Oval 5">
              <a:extLst>
                <a:ext uri="{FF2B5EF4-FFF2-40B4-BE49-F238E27FC236}">
                  <a16:creationId xmlns:a16="http://schemas.microsoft.com/office/drawing/2014/main" id="{77762970-4BA9-67FE-9546-B8C880CC8F90}"/>
                </a:ext>
              </a:extLst>
            </p:cNvPr>
            <p:cNvSpPr/>
            <p:nvPr userDrawn="1"/>
          </p:nvSpPr>
          <p:spPr>
            <a:xfrm flipH="1" flipV="1">
              <a:off x="3674605" y="167600"/>
              <a:ext cx="6544414" cy="6544414"/>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B3EC315C-BB0A-068E-0412-678F624B1CEE}"/>
                </a:ext>
              </a:extLst>
            </p:cNvPr>
            <p:cNvSpPr/>
            <p:nvPr userDrawn="1"/>
          </p:nvSpPr>
          <p:spPr>
            <a:xfrm rot="20019298" flipH="1" flipV="1">
              <a:off x="10225860" y="197116"/>
              <a:ext cx="3026935" cy="5719959"/>
            </a:xfrm>
            <a:custGeom>
              <a:avLst/>
              <a:gdLst>
                <a:gd name="connsiteX0" fmla="*/ 523706 w 3026935"/>
                <a:gd name="connsiteY0" fmla="*/ 5609175 h 5719959"/>
                <a:gd name="connsiteX1" fmla="*/ 69603 w 3026935"/>
                <a:gd name="connsiteY1" fmla="*/ 5295250 h 5719959"/>
                <a:gd name="connsiteX2" fmla="*/ 0 w 3026935"/>
                <a:gd name="connsiteY2" fmla="*/ 5220954 h 5719959"/>
                <a:gd name="connsiteX3" fmla="*/ 2585464 w 3026935"/>
                <a:gd name="connsiteY3" fmla="*/ 0 h 5719959"/>
                <a:gd name="connsiteX4" fmla="*/ 2684902 w 3026935"/>
                <a:gd name="connsiteY4" fmla="*/ 233646 h 5719959"/>
                <a:gd name="connsiteX5" fmla="*/ 3026935 w 3026935"/>
                <a:gd name="connsiteY5" fmla="*/ 2201083 h 5719959"/>
                <a:gd name="connsiteX6" fmla="*/ 1024217 w 3026935"/>
                <a:gd name="connsiteY6" fmla="*/ 5719959 h 5719959"/>
                <a:gd name="connsiteX7" fmla="*/ 523706 w 3026935"/>
                <a:gd name="connsiteY7" fmla="*/ 5609175 h 571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6935" h="5719959">
                  <a:moveTo>
                    <a:pt x="523706" y="5609175"/>
                  </a:moveTo>
                  <a:cubicBezTo>
                    <a:pt x="363731" y="5536855"/>
                    <a:pt x="211489" y="5430678"/>
                    <a:pt x="69603" y="5295250"/>
                  </a:cubicBezTo>
                  <a:lnTo>
                    <a:pt x="0" y="5220954"/>
                  </a:lnTo>
                  <a:lnTo>
                    <a:pt x="2585464" y="0"/>
                  </a:lnTo>
                  <a:lnTo>
                    <a:pt x="2684902" y="233646"/>
                  </a:lnTo>
                  <a:cubicBezTo>
                    <a:pt x="2900844" y="795262"/>
                    <a:pt x="3026935" y="1472300"/>
                    <a:pt x="3026935" y="2201083"/>
                  </a:cubicBezTo>
                  <a:cubicBezTo>
                    <a:pt x="3026935" y="4144505"/>
                    <a:pt x="2130288" y="5719959"/>
                    <a:pt x="1024217" y="5719959"/>
                  </a:cubicBezTo>
                  <a:cubicBezTo>
                    <a:pt x="851393" y="5719959"/>
                    <a:pt x="683683" y="5681496"/>
                    <a:pt x="523706" y="5609175"/>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6AEC7A8F-DFB0-BA58-55BA-2256D429149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a:t>Click to edit Master title style</a:t>
            </a:r>
          </a:p>
        </p:txBody>
      </p:sp>
      <p:sp>
        <p:nvSpPr>
          <p:cNvPr id="13" name="Content Placeholder 13">
            <a:extLst>
              <a:ext uri="{FF2B5EF4-FFF2-40B4-BE49-F238E27FC236}">
                <a16:creationId xmlns:a16="http://schemas.microsoft.com/office/drawing/2014/main" id="{7000DFF9-87C1-EF0E-8591-CD17A07068B5}"/>
              </a:ext>
            </a:extLst>
          </p:cNvPr>
          <p:cNvSpPr>
            <a:spLocks noGrp="1"/>
          </p:cNvSpPr>
          <p:nvPr>
            <p:ph sz="quarter" idx="14" hasCustomPrompt="1"/>
          </p:nvPr>
        </p:nvSpPr>
        <p:spPr>
          <a:xfrm>
            <a:off x="533400" y="759066"/>
            <a:ext cx="11125200" cy="3279534"/>
          </a:xfrm>
        </p:spPr>
        <p:txBody>
          <a:bodyPr/>
          <a:lstStyle>
            <a:lvl1pPr>
              <a:lnSpc>
                <a:spcPct val="90000"/>
              </a:lnSpc>
              <a:buNone/>
              <a:defRPr sz="30000">
                <a:solidFill>
                  <a:schemeClr val="bg1"/>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008373587"/>
      </p:ext>
    </p:extLst>
  </p:cSld>
  <p:clrMapOvr>
    <a:overrideClrMapping bg1="dk1" tx1="lt1" bg2="dk2" tx2="lt2" accent1="accent1" accent2="accent2" accent3="accent3" accent4="accent4" accent5="accent5" accent6="accent6" hlink="hlink" folHlink="folHlink"/>
  </p:clrMapOvr>
</p:sldLayout>
</file>

<file path=ppt/slideLayouts/slideLayout_80000037_14A2BD87.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D9F14A6-6A33-FB70-8539-2013309315DA}"/>
              </a:ext>
            </a:extLst>
          </p:cNvPr>
          <p:cNvGrpSpPr/>
          <p:nvPr userDrawn="1"/>
        </p:nvGrpSpPr>
        <p:grpSpPr>
          <a:xfrm>
            <a:off x="152400" y="148866"/>
            <a:ext cx="13084970" cy="6544413"/>
            <a:chOff x="152400" y="148866"/>
            <a:chExt cx="13084970" cy="6544413"/>
          </a:xfrm>
        </p:grpSpPr>
        <p:sp>
          <p:nvSpPr>
            <p:cNvPr id="10" name="Freeform 9">
              <a:extLst>
                <a:ext uri="{FF2B5EF4-FFF2-40B4-BE49-F238E27FC236}">
                  <a16:creationId xmlns:a16="http://schemas.microsoft.com/office/drawing/2014/main" id="{3FE5424B-1C2A-A6C8-2640-0AAA6B5870AC}"/>
                </a:ext>
              </a:extLst>
            </p:cNvPr>
            <p:cNvSpPr/>
            <p:nvPr/>
          </p:nvSpPr>
          <p:spPr>
            <a:xfrm flipH="1">
              <a:off x="152400" y="148866"/>
              <a:ext cx="10517893" cy="6544413"/>
            </a:xfrm>
            <a:custGeom>
              <a:avLst/>
              <a:gdLst>
                <a:gd name="connsiteX0" fmla="*/ 10517893 w 10517893"/>
                <a:gd name="connsiteY0" fmla="*/ 0 h 6544413"/>
                <a:gd name="connsiteX1" fmla="*/ 3272207 w 10517893"/>
                <a:gd name="connsiteY1" fmla="*/ 0 h 6544413"/>
                <a:gd name="connsiteX2" fmla="*/ 3231795 w 10517893"/>
                <a:gd name="connsiteY2" fmla="*/ 0 h 6544413"/>
                <a:gd name="connsiteX3" fmla="*/ 3231795 w 10517893"/>
                <a:gd name="connsiteY3" fmla="*/ 2041 h 6544413"/>
                <a:gd name="connsiteX4" fmla="*/ 2937642 w 10517893"/>
                <a:gd name="connsiteY4" fmla="*/ 16896 h 6544413"/>
                <a:gd name="connsiteX5" fmla="*/ 0 w 10517893"/>
                <a:gd name="connsiteY5" fmla="*/ 3272207 h 6544413"/>
                <a:gd name="connsiteX6" fmla="*/ 2937642 w 10517893"/>
                <a:gd name="connsiteY6" fmla="*/ 6527520 h 6544413"/>
                <a:gd name="connsiteX7" fmla="*/ 3231795 w 10517893"/>
                <a:gd name="connsiteY7" fmla="*/ 6542374 h 6544413"/>
                <a:gd name="connsiteX8" fmla="*/ 3231795 w 10517893"/>
                <a:gd name="connsiteY8" fmla="*/ 6544413 h 6544413"/>
                <a:gd name="connsiteX9" fmla="*/ 3272207 w 10517893"/>
                <a:gd name="connsiteY9" fmla="*/ 6544413 h 6544413"/>
                <a:gd name="connsiteX10" fmla="*/ 10517893 w 105178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17893" h="6544413">
                  <a:moveTo>
                    <a:pt x="10517893" y="0"/>
                  </a:moveTo>
                  <a:lnTo>
                    <a:pt x="3272207" y="0"/>
                  </a:lnTo>
                  <a:lnTo>
                    <a:pt x="3231795" y="0"/>
                  </a:lnTo>
                  <a:lnTo>
                    <a:pt x="3231795" y="2041"/>
                  </a:lnTo>
                  <a:lnTo>
                    <a:pt x="2937642" y="16896"/>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10517893" y="6544413"/>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8B2D998-93EB-2CBC-37AA-4294826CB13B}"/>
                </a:ext>
              </a:extLst>
            </p:cNvPr>
            <p:cNvSpPr/>
            <p:nvPr/>
          </p:nvSpPr>
          <p:spPr>
            <a:xfrm rot="20019298">
              <a:off x="10566593" y="306343"/>
              <a:ext cx="2670777" cy="5138414"/>
            </a:xfrm>
            <a:custGeom>
              <a:avLst/>
              <a:gdLst>
                <a:gd name="connsiteX0" fmla="*/ 2503229 w 2670777"/>
                <a:gd name="connsiteY0" fmla="*/ 110784 h 5138414"/>
                <a:gd name="connsiteX1" fmla="*/ 2598266 w 2670777"/>
                <a:gd name="connsiteY1" fmla="*/ 158202 h 5138414"/>
                <a:gd name="connsiteX2" fmla="*/ 2670777 w 2670777"/>
                <a:gd name="connsiteY2" fmla="*/ 201312 h 5138414"/>
                <a:gd name="connsiteX3" fmla="*/ 225879 w 2670777"/>
                <a:gd name="connsiteY3" fmla="*/ 5138414 h 5138414"/>
                <a:gd name="connsiteX4" fmla="*/ 157383 w 2670777"/>
                <a:gd name="connsiteY4" fmla="*/ 4888582 h 5138414"/>
                <a:gd name="connsiteX5" fmla="*/ 0 w 2670777"/>
                <a:gd name="connsiteY5" fmla="*/ 3518876 h 5138414"/>
                <a:gd name="connsiteX6" fmla="*/ 2002718 w 2670777"/>
                <a:gd name="connsiteY6" fmla="*/ 0 h 5138414"/>
                <a:gd name="connsiteX7" fmla="*/ 2503229 w 2670777"/>
                <a:gd name="connsiteY7" fmla="*/ 110784 h 513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0777" h="5138414">
                  <a:moveTo>
                    <a:pt x="2503229" y="110784"/>
                  </a:moveTo>
                  <a:cubicBezTo>
                    <a:pt x="2535224" y="125248"/>
                    <a:pt x="2566910" y="141066"/>
                    <a:pt x="2598266" y="158202"/>
                  </a:cubicBezTo>
                  <a:lnTo>
                    <a:pt x="2670777" y="201312"/>
                  </a:lnTo>
                  <a:lnTo>
                    <a:pt x="225879" y="5138414"/>
                  </a:lnTo>
                  <a:lnTo>
                    <a:pt x="157383" y="4888582"/>
                  </a:lnTo>
                  <a:cubicBezTo>
                    <a:pt x="56041" y="4467590"/>
                    <a:pt x="0" y="4004732"/>
                    <a:pt x="0" y="3518876"/>
                  </a:cubicBezTo>
                  <a:cubicBezTo>
                    <a:pt x="0" y="1575454"/>
                    <a:pt x="896647" y="0"/>
                    <a:pt x="2002718" y="0"/>
                  </a:cubicBezTo>
                  <a:cubicBezTo>
                    <a:pt x="2175542" y="0"/>
                    <a:pt x="2343253" y="38464"/>
                    <a:pt x="2503229" y="110784"/>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itle 7">
            <a:extLst>
              <a:ext uri="{FF2B5EF4-FFF2-40B4-BE49-F238E27FC236}">
                <a16:creationId xmlns:a16="http://schemas.microsoft.com/office/drawing/2014/main" id="{D7B780EC-F16A-35FF-0401-36928A84A40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a:t>Click to edit Master title style</a:t>
            </a:r>
          </a:p>
        </p:txBody>
      </p:sp>
      <p:sp>
        <p:nvSpPr>
          <p:cNvPr id="14" name="Content Placeholder 13">
            <a:extLst>
              <a:ext uri="{FF2B5EF4-FFF2-40B4-BE49-F238E27FC236}">
                <a16:creationId xmlns:a16="http://schemas.microsoft.com/office/drawing/2014/main" id="{26CBD53D-3DBA-A3EF-41D6-7A5D01E2329F}"/>
              </a:ext>
            </a:extLst>
          </p:cNvPr>
          <p:cNvSpPr>
            <a:spLocks noGrp="1"/>
          </p:cNvSpPr>
          <p:nvPr>
            <p:ph sz="quarter" idx="14" hasCustomPrompt="1"/>
          </p:nvPr>
        </p:nvSpPr>
        <p:spPr>
          <a:xfrm>
            <a:off x="533400" y="533400"/>
            <a:ext cx="11125200" cy="3505200"/>
          </a:xfrm>
        </p:spPr>
        <p:txBody>
          <a:bodyPr/>
          <a:lstStyle>
            <a:lvl1pPr>
              <a:lnSpc>
                <a:spcPct val="90000"/>
              </a:lnSpc>
              <a:buNone/>
              <a:defRPr sz="30000">
                <a:solidFill>
                  <a:schemeClr val="bg1"/>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46209671"/>
      </p:ext>
    </p:extLst>
  </p:cSld>
  <p:clrMapOvr>
    <a:overrideClrMapping bg1="dk1" tx1="lt1" bg2="dk2" tx2="lt2" accent1="accent1" accent2="accent2" accent3="accent3" accent4="accent4" accent5="accent5" accent6="accent6" hlink="hlink" folHlink="folHlink"/>
  </p:clrMapOvr>
</p:sldLayout>
</file>

<file path=ppt/slideLayouts/slideLayout_80000038_7F463B5C.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F000B3-B3CC-941C-359D-2D09154526E9}"/>
              </a:ext>
            </a:extLst>
          </p:cNvPr>
          <p:cNvGrpSpPr/>
          <p:nvPr userDrawn="1"/>
        </p:nvGrpSpPr>
        <p:grpSpPr>
          <a:xfrm>
            <a:off x="152400" y="-88436"/>
            <a:ext cx="11904205" cy="7037751"/>
            <a:chOff x="152400" y="-88436"/>
            <a:chExt cx="11904205" cy="7037751"/>
          </a:xfrm>
        </p:grpSpPr>
        <p:sp>
          <p:nvSpPr>
            <p:cNvPr id="6" name="Freeform 5">
              <a:extLst>
                <a:ext uri="{FF2B5EF4-FFF2-40B4-BE49-F238E27FC236}">
                  <a16:creationId xmlns:a16="http://schemas.microsoft.com/office/drawing/2014/main" id="{2582DCA7-8895-A2BB-0DBE-032EA20CC439}"/>
                </a:ext>
              </a:extLst>
            </p:cNvPr>
            <p:cNvSpPr/>
            <p:nvPr userDrawn="1"/>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06A580B7-03BC-7B73-D23A-D4523B8FB667}"/>
                </a:ext>
              </a:extLst>
            </p:cNvPr>
            <p:cNvSpPr/>
            <p:nvPr userDrawn="1"/>
          </p:nvSpPr>
          <p:spPr>
            <a:xfrm flipV="1">
              <a:off x="5512191" y="167600"/>
              <a:ext cx="6544414" cy="6544414"/>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7ECBD9-D58C-001D-C9CF-2A1A6B692875}"/>
                </a:ext>
              </a:extLst>
            </p:cNvPr>
            <p:cNvSpPr/>
            <p:nvPr userDrawn="1"/>
          </p:nvSpPr>
          <p:spPr>
            <a:xfrm rot="1580702" flipV="1">
              <a:off x="1258327" y="-88436"/>
              <a:ext cx="4005435" cy="703775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0"/>
            <a:ext cx="11125200" cy="5807620"/>
          </a:xfrm>
        </p:spPr>
        <p:txBody>
          <a:bodyPr anchor="ctr">
            <a:normAutofit/>
          </a:bodyPr>
          <a:lstStyle>
            <a:lvl1pPr marL="0" indent="0">
              <a:lnSpc>
                <a:spcPct val="90000"/>
              </a:lnSpc>
              <a:spcBef>
                <a:spcPts val="0"/>
              </a:spcBef>
              <a:buNone/>
              <a:defRPr sz="7200" b="0" i="0">
                <a:solidFill>
                  <a:schemeClr val="bg1"/>
                </a:solidFill>
                <a:latin typeface="+mj-lt"/>
              </a:defRPr>
            </a:lvl1pPr>
            <a:lvl2pPr marL="228600" indent="0">
              <a:lnSpc>
                <a:spcPct val="90000"/>
              </a:lnSpc>
              <a:spcBef>
                <a:spcPts val="0"/>
              </a:spcBef>
              <a:buNone/>
              <a:defRPr sz="7200" b="0" i="0">
                <a:solidFill>
                  <a:schemeClr val="bg1"/>
                </a:solidFill>
                <a:latin typeface="+mj-lt"/>
              </a:defRPr>
            </a:lvl2pPr>
            <a:lvl3pPr marL="457200" indent="0">
              <a:lnSpc>
                <a:spcPct val="90000"/>
              </a:lnSpc>
              <a:spcBef>
                <a:spcPts val="0"/>
              </a:spcBef>
              <a:buNone/>
              <a:defRPr sz="7200" b="0" i="0">
                <a:solidFill>
                  <a:schemeClr val="bg1"/>
                </a:solidFill>
                <a:latin typeface="+mj-lt"/>
              </a:defRPr>
            </a:lvl3pPr>
            <a:lvl4pPr marL="685800" indent="0">
              <a:lnSpc>
                <a:spcPct val="90000"/>
              </a:lnSpc>
              <a:spcBef>
                <a:spcPts val="0"/>
              </a:spcBef>
              <a:buNone/>
              <a:defRPr sz="7200" b="0" i="0">
                <a:solidFill>
                  <a:schemeClr val="bg1"/>
                </a:solidFill>
                <a:latin typeface="+mj-lt"/>
              </a:defRPr>
            </a:lvl4pPr>
            <a:lvl5pPr marL="914400" indent="0">
              <a:lnSpc>
                <a:spcPct val="90000"/>
              </a:lnSpc>
              <a:spcBef>
                <a:spcPts val="0"/>
              </a:spcBef>
              <a:buNone/>
              <a:defRPr sz="7200" b="0" i="0">
                <a:solidFill>
                  <a:schemeClr val="bg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967A35BA-41D5-4E87-94C2-E365E2A3656B}"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135309148"/>
      </p:ext>
    </p:extLst>
  </p:cSld>
  <p:clrMapOvr>
    <a:overrideClrMapping bg1="dk1" tx1="lt1" bg2="dk2" tx2="lt2" accent1="accent1" accent2="accent2" accent3="accent3" accent4="accent4" accent5="accent5" accent6="accent6" hlink="hlink" folHlink="folHlink"/>
  </p:clrMapOvr>
</p:sldLayout>
</file>

<file path=ppt/slideLayouts/slideLayout_80000039_ECDAE002.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83108B4-D831-97C7-3CA0-D2D881D64FF0}"/>
              </a:ext>
            </a:extLst>
          </p:cNvPr>
          <p:cNvGrpSpPr/>
          <p:nvPr userDrawn="1"/>
        </p:nvGrpSpPr>
        <p:grpSpPr>
          <a:xfrm>
            <a:off x="152400" y="-88436"/>
            <a:ext cx="11904205" cy="7037751"/>
            <a:chOff x="152400" y="-88436"/>
            <a:chExt cx="11904205" cy="7037751"/>
          </a:xfrm>
        </p:grpSpPr>
        <p:sp>
          <p:nvSpPr>
            <p:cNvPr id="8" name="Freeform 7">
              <a:extLst>
                <a:ext uri="{FF2B5EF4-FFF2-40B4-BE49-F238E27FC236}">
                  <a16:creationId xmlns:a16="http://schemas.microsoft.com/office/drawing/2014/main" id="{A496F412-2CA1-A786-6264-9455D3669C60}"/>
                </a:ext>
              </a:extLst>
            </p:cNvPr>
            <p:cNvSpPr/>
            <p:nvPr/>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EB3D0D44-B0A9-90BF-BECF-B9616C6B43A2}"/>
                </a:ext>
              </a:extLst>
            </p:cNvPr>
            <p:cNvSpPr/>
            <p:nvPr/>
          </p:nvSpPr>
          <p:spPr>
            <a:xfrm flipV="1">
              <a:off x="5512191" y="167600"/>
              <a:ext cx="6544414" cy="65444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2187DF4-0103-94F1-AE81-7B1C3CE4D600}"/>
                </a:ext>
              </a:extLst>
            </p:cNvPr>
            <p:cNvSpPr/>
            <p:nvPr/>
          </p:nvSpPr>
          <p:spPr>
            <a:xfrm rot="1580702" flipV="1">
              <a:off x="1258327" y="-88436"/>
              <a:ext cx="4005435" cy="7037751"/>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1"/>
            <a:ext cx="11125200" cy="5810554"/>
          </a:xfrm>
        </p:spPr>
        <p:txBody>
          <a:bodyPr anchor="b">
            <a:norm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EFC801C-C54B-4E4E-A0DD-68C292C7D70F}"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73767170"/>
      </p:ext>
    </p:extLst>
  </p:cSld>
  <p:clrMapOvr>
    <a:masterClrMapping/>
  </p:clrMapOvr>
</p:sldLayout>
</file>

<file path=ppt/slideLayouts/slideLayout_80000040_20080A0B.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no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Title 11">
            <a:extLst>
              <a:ext uri="{FF2B5EF4-FFF2-40B4-BE49-F238E27FC236}">
                <a16:creationId xmlns:a16="http://schemas.microsoft.com/office/drawing/2014/main" id="{78514D19-BCE4-63CC-C1FA-5952C7F9B324}"/>
              </a:ext>
            </a:extLst>
          </p:cNvPr>
          <p:cNvSpPr>
            <a:spLocks noGrp="1"/>
          </p:cNvSpPr>
          <p:nvPr>
            <p:ph type="title" hasCustomPrompt="1"/>
          </p:nvPr>
        </p:nvSpPr>
        <p:spPr>
          <a:xfrm>
            <a:off x="533400" y="5750810"/>
            <a:ext cx="11125200" cy="590210"/>
          </a:xfrm>
        </p:spPr>
        <p:txBody>
          <a:bodyPr anchor="ctr">
            <a:normAutofit/>
          </a:bodyP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537397771"/>
      </p:ext>
    </p:extLst>
  </p:cSld>
  <p:clrMapOvr>
    <a:masterClrMapping/>
  </p:clrMapOvr>
</p:sldLayout>
</file>

<file path=ppt/slideLayouts/slideLayout_80000041_54DCD3A6.xml><?xml version="1.0" encoding="utf-8"?>
<p:sldLayout xmlns:a="http://schemas.openxmlformats.org/drawingml/2006/main" xmlns:r="http://schemas.openxmlformats.org/officeDocument/2006/relationships" xmlns:p="http://schemas.openxmlformats.org/presentationml/2006/main" preserve="1">
  <p:cSld name="Quote 6">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533400"/>
            <a:ext cx="11125199" cy="4906977"/>
          </a:xfrm>
        </p:spPr>
        <p:txBody>
          <a:bodyPr anchor="b">
            <a:normAutofit/>
          </a:bodyPr>
          <a:lstStyle>
            <a:lvl1pPr marL="164592" indent="-164592">
              <a:lnSpc>
                <a:spcPct val="100000"/>
              </a:lnSpc>
              <a:spcBef>
                <a:spcPts val="0"/>
              </a:spcBef>
              <a:buNone/>
              <a:defRPr sz="72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423758246"/>
      </p:ext>
    </p:extLst>
  </p:cSld>
  <p:clrMapOvr>
    <a:masterClrMapping/>
  </p:clrMapOvr>
</p:sldLayout>
</file>

<file path=ppt/slideLayouts/slideLayout_80000042_7C288A0A.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11125200" cy="114749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533400" y="1825625"/>
            <a:ext cx="5154295" cy="451833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4"/>
            <a:ext cx="5154295" cy="451832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D0A52C9-A7D6-4EB8-8F3D-1519181DDC1D}"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083031562"/>
      </p:ext>
    </p:extLst>
  </p:cSld>
  <p:clrMapOvr>
    <a:masterClrMapping/>
  </p:clrMapOvr>
</p:sldLayout>
</file>

<file path=ppt/slideLayouts/slideLayout_80000043_9E92C2EF.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400" y="533400"/>
            <a:ext cx="11125200" cy="1010304"/>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40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400" y="2387600"/>
            <a:ext cx="5151120" cy="39563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748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480" y="2387599"/>
            <a:ext cx="5151120" cy="395635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E9CE581-A048-42A8-B14C-488A3338D2F0}" type="datetime1">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660418287"/>
      </p:ext>
    </p:extLst>
  </p:cSld>
  <p:clrMapOvr>
    <a:masterClrMapping/>
  </p:clrMapOvr>
</p:sldLayout>
</file>

<file path=ppt/slideLayouts/slideLayout_80000044_C335E22B.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400" y="533400"/>
            <a:ext cx="11125200" cy="1039368"/>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37B15FB-E45F-4977-9C40-BB6531CE6EA6}" type="datetime1">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75088427"/>
      </p:ext>
    </p:extLst>
  </p:cSld>
  <p:clrMapOvr>
    <a:masterClrMapping/>
  </p:clrMapOvr>
</p:sldLayout>
</file>

<file path=ppt/slideLayouts/slideLayout_80000045_F47BA29C.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4">
            <a:alpha val="10000"/>
          </a:schemeClr>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4101743260"/>
      </p:ext>
    </p:extLst>
  </p:cSld>
  <p:clrMapOvr>
    <a:masterClrMapping/>
  </p:clrMapOvr>
</p:sldLayout>
</file>

<file path=ppt/slideLayouts/slideLayout_80000046_23B75CD.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400" y="533400"/>
            <a:ext cx="3674882" cy="177772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400" y="2590800"/>
            <a:ext cx="3674882" cy="3713584"/>
          </a:xfrm>
        </p:spPr>
        <p:txBody>
          <a:bodyPr anchor="t">
            <a:normAutofit/>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33401"/>
            <a:ext cx="6523892" cy="57753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7451213"/>
      </p:ext>
    </p:extLst>
  </p:cSld>
  <p:clrMapOvr>
    <a:masterClrMapping/>
  </p:clrMapOvr>
</p:sldLayout>
</file>

<file path=ppt/slideLayouts/slideLayout_80000047_8FEAEDBE.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4">
            <a:alpha val="10000"/>
          </a:schemeClr>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E53D624-ABA6-9A76-4FD0-F52528F4F020}"/>
              </a:ext>
            </a:extLst>
          </p:cNvPr>
          <p:cNvGrpSpPr/>
          <p:nvPr userDrawn="1"/>
        </p:nvGrpSpPr>
        <p:grpSpPr>
          <a:xfrm>
            <a:off x="152400" y="-88436"/>
            <a:ext cx="4930878" cy="7037751"/>
            <a:chOff x="152400" y="-88436"/>
            <a:chExt cx="4930878" cy="7037751"/>
          </a:xfrm>
          <a:solidFill>
            <a:schemeClr val="accent4">
              <a:lumMod val="20000"/>
              <a:lumOff val="80000"/>
            </a:schemeClr>
          </a:solidFill>
        </p:grpSpPr>
        <p:sp>
          <p:nvSpPr>
            <p:cNvPr id="16" name="Freeform 15">
              <a:extLst>
                <a:ext uri="{FF2B5EF4-FFF2-40B4-BE49-F238E27FC236}">
                  <a16:creationId xmlns:a16="http://schemas.microsoft.com/office/drawing/2014/main" id="{1C7F4416-DA31-6B8D-9A61-330FE71D8211}"/>
                </a:ext>
              </a:extLst>
            </p:cNvPr>
            <p:cNvSpPr/>
            <p:nvPr/>
          </p:nvSpPr>
          <p:spPr>
            <a:xfrm flipH="1" flipV="1">
              <a:off x="152400" y="1452255"/>
              <a:ext cx="677014" cy="3975104"/>
            </a:xfrm>
            <a:custGeom>
              <a:avLst/>
              <a:gdLst>
                <a:gd name="connsiteX0" fmla="*/ 677014 w 677014"/>
                <a:gd name="connsiteY0" fmla="*/ 3975104 h 3975104"/>
                <a:gd name="connsiteX1" fmla="*/ 558842 w 677014"/>
                <a:gd name="connsiteY1" fmla="*/ 3817074 h 3975104"/>
                <a:gd name="connsiteX2" fmla="*/ 0 w 677014"/>
                <a:gd name="connsiteY2" fmla="*/ 1987552 h 3975104"/>
                <a:gd name="connsiteX3" fmla="*/ 558842 w 677014"/>
                <a:gd name="connsiteY3" fmla="*/ 158030 h 3975104"/>
                <a:gd name="connsiteX4" fmla="*/ 677014 w 677014"/>
                <a:gd name="connsiteY4" fmla="*/ 0 h 3975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014" h="3975104">
                  <a:moveTo>
                    <a:pt x="677014" y="3975104"/>
                  </a:moveTo>
                  <a:lnTo>
                    <a:pt x="558842" y="3817074"/>
                  </a:lnTo>
                  <a:cubicBezTo>
                    <a:pt x="206018" y="3294826"/>
                    <a:pt x="0" y="2665248"/>
                    <a:pt x="0" y="1987552"/>
                  </a:cubicBezTo>
                  <a:cubicBezTo>
                    <a:pt x="0" y="1309856"/>
                    <a:pt x="206018" y="680278"/>
                    <a:pt x="558842" y="158030"/>
                  </a:cubicBezTo>
                  <a:lnTo>
                    <a:pt x="677014"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2A8EC14B-1023-C20C-B6F8-494ABC6AF491}"/>
                </a:ext>
              </a:extLst>
            </p:cNvPr>
            <p:cNvSpPr/>
            <p:nvPr/>
          </p:nvSpPr>
          <p:spPr>
            <a:xfrm rot="20019298" flipH="1" flipV="1">
              <a:off x="1077843"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400" y="533400"/>
            <a:ext cx="3674882" cy="1786467"/>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23352" y="2826137"/>
            <a:ext cx="3674882" cy="3517818"/>
          </a:xfrm>
        </p:spPr>
        <p:txBody>
          <a:bodyPr anchor="b"/>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Picture Placeholder 13">
            <a:extLst>
              <a:ext uri="{FF2B5EF4-FFF2-40B4-BE49-F238E27FC236}">
                <a16:creationId xmlns:a16="http://schemas.microsoft.com/office/drawing/2014/main" id="{08E00222-4A7B-B1D4-4FC3-0448371AAF35}"/>
              </a:ext>
            </a:extLst>
          </p:cNvPr>
          <p:cNvSpPr>
            <a:spLocks noGrp="1"/>
          </p:cNvSpPr>
          <p:nvPr>
            <p:ph type="pic" sz="quarter" idx="13" hasCustomPrompt="1"/>
          </p:nvPr>
        </p:nvSpPr>
        <p:spPr>
          <a:xfrm>
            <a:off x="5340483" y="167600"/>
            <a:ext cx="6712605" cy="6541480"/>
          </a:xfrm>
          <a:custGeom>
            <a:avLst/>
            <a:gdLst>
              <a:gd name="connsiteX0" fmla="*/ 3223019 w 6712605"/>
              <a:gd name="connsiteY0" fmla="*/ 0 h 6541480"/>
              <a:gd name="connsiteX1" fmla="*/ 3263431 w 6712605"/>
              <a:gd name="connsiteY1" fmla="*/ 0 h 6541480"/>
              <a:gd name="connsiteX2" fmla="*/ 6712605 w 6712605"/>
              <a:gd name="connsiteY2" fmla="*/ 0 h 6541480"/>
              <a:gd name="connsiteX3" fmla="*/ 6712605 w 6712605"/>
              <a:gd name="connsiteY3" fmla="*/ 6541480 h 6541480"/>
              <a:gd name="connsiteX4" fmla="*/ 3205364 w 6712605"/>
              <a:gd name="connsiteY4" fmla="*/ 6541480 h 6541480"/>
              <a:gd name="connsiteX5" fmla="*/ 2928866 w 6712605"/>
              <a:gd name="connsiteY5" fmla="*/ 6527518 h 6541480"/>
              <a:gd name="connsiteX6" fmla="*/ 6088 w 6712605"/>
              <a:gd name="connsiteY6" fmla="*/ 3586126 h 6541480"/>
              <a:gd name="connsiteX7" fmla="*/ 0 w 6712605"/>
              <a:gd name="connsiteY7" fmla="*/ 3457557 h 6541480"/>
              <a:gd name="connsiteX8" fmla="*/ 0 w 6712605"/>
              <a:gd name="connsiteY8" fmla="*/ 3086856 h 6541480"/>
              <a:gd name="connsiteX9" fmla="*/ 6088 w 6712605"/>
              <a:gd name="connsiteY9" fmla="*/ 2958287 h 6541480"/>
              <a:gd name="connsiteX10" fmla="*/ 2928866 w 6712605"/>
              <a:gd name="connsiteY10" fmla="*/ 16894 h 6541480"/>
              <a:gd name="connsiteX11" fmla="*/ 3223019 w 6712605"/>
              <a:gd name="connsiteY11" fmla="*/ 204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2605" h="6541480">
                <a:moveTo>
                  <a:pt x="3223019" y="0"/>
                </a:moveTo>
                <a:lnTo>
                  <a:pt x="3263431" y="0"/>
                </a:lnTo>
                <a:lnTo>
                  <a:pt x="6712605" y="0"/>
                </a:lnTo>
                <a:lnTo>
                  <a:pt x="6712605" y="6541480"/>
                </a:lnTo>
                <a:lnTo>
                  <a:pt x="3205364" y="6541480"/>
                </a:lnTo>
                <a:lnTo>
                  <a:pt x="2928866" y="6527518"/>
                </a:lnTo>
                <a:cubicBezTo>
                  <a:pt x="1381962" y="6370422"/>
                  <a:pt x="153592" y="5135845"/>
                  <a:pt x="6088" y="3586126"/>
                </a:cubicBezTo>
                <a:lnTo>
                  <a:pt x="0" y="3457557"/>
                </a:lnTo>
                <a:lnTo>
                  <a:pt x="0" y="3086856"/>
                </a:lnTo>
                <a:lnTo>
                  <a:pt x="6088" y="2958287"/>
                </a:lnTo>
                <a:cubicBezTo>
                  <a:pt x="153592" y="1408567"/>
                  <a:pt x="1381962" y="173990"/>
                  <a:pt x="2928866" y="16894"/>
                </a:cubicBezTo>
                <a:lnTo>
                  <a:pt x="3223019" y="2040"/>
                </a:ln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14538174"/>
      </p:ext>
    </p:extLst>
  </p:cSld>
  <p:clrMapOvr>
    <a:masterClrMapping/>
  </p:clrMapOvr>
</p:sldLayout>
</file>

<file path=ppt/slideLayouts/slideLayout_80000048_CA8A1EE.xml><?xml version="1.0" encoding="utf-8"?>
<p:sldLayout xmlns:a="http://schemas.openxmlformats.org/drawingml/2006/main" xmlns:r="http://schemas.openxmlformats.org/officeDocument/2006/relationships" xmlns:p="http://schemas.openxmlformats.org/presentationml/2006/main" preserve="1">
  <p:cSld name="Conclusion ">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Graphic 3">
            <a:extLst>
              <a:ext uri="{FF2B5EF4-FFF2-40B4-BE49-F238E27FC236}">
                <a16:creationId xmlns:a16="http://schemas.microsoft.com/office/drawing/2014/main" id="{7F3EAC18-F734-AE5D-00E7-025360BD1A2C}"/>
              </a:ext>
            </a:extLst>
          </p:cNvPr>
          <p:cNvSpPr/>
          <p:nvPr userDrawn="1"/>
        </p:nvSpPr>
        <p:spPr>
          <a:xfrm>
            <a:off x="2971799" y="177588"/>
            <a:ext cx="9067801" cy="3258383"/>
          </a:xfrm>
          <a:custGeom>
            <a:avLst/>
            <a:gdLst>
              <a:gd name="connsiteX0" fmla="*/ 3228367 w 17983201"/>
              <a:gd name="connsiteY0" fmla="*/ 5278 h 6462003"/>
              <a:gd name="connsiteX1" fmla="*/ 6456735 w 17983201"/>
              <a:gd name="connsiteY1" fmla="*/ 3233646 h 6462003"/>
              <a:gd name="connsiteX2" fmla="*/ 3228367 w 17983201"/>
              <a:gd name="connsiteY2" fmla="*/ 6462004 h 6462003"/>
              <a:gd name="connsiteX3" fmla="*/ 0 w 17983201"/>
              <a:gd name="connsiteY3" fmla="*/ 3233646 h 6462003"/>
              <a:gd name="connsiteX4" fmla="*/ 3228367 w 17983201"/>
              <a:gd name="connsiteY4" fmla="*/ 5278 h 6462003"/>
              <a:gd name="connsiteX5" fmla="*/ 17983200 w 17983201"/>
              <a:gd name="connsiteY5" fmla="*/ 6456743 h 6462003"/>
              <a:gd name="connsiteX6" fmla="*/ 14109160 w 17983201"/>
              <a:gd name="connsiteY6" fmla="*/ 6456743 h 6462003"/>
              <a:gd name="connsiteX7" fmla="*/ 14109160 w 17983201"/>
              <a:gd name="connsiteY7" fmla="*/ 6456551 h 6462003"/>
              <a:gd name="connsiteX8" fmla="*/ 14085247 w 17983201"/>
              <a:gd name="connsiteY8" fmla="*/ 6456743 h 6462003"/>
              <a:gd name="connsiteX9" fmla="*/ 10856879 w 17983201"/>
              <a:gd name="connsiteY9" fmla="*/ 3228365 h 6462003"/>
              <a:gd name="connsiteX10" fmla="*/ 14085247 w 17983201"/>
              <a:gd name="connsiteY10" fmla="*/ 0 h 6462003"/>
              <a:gd name="connsiteX11" fmla="*/ 14109160 w 17983201"/>
              <a:gd name="connsiteY11" fmla="*/ 140 h 6462003"/>
              <a:gd name="connsiteX12" fmla="*/ 14109160 w 17983201"/>
              <a:gd name="connsiteY12" fmla="*/ 0 h 6462003"/>
              <a:gd name="connsiteX13" fmla="*/ 17983200 w 17983201"/>
              <a:gd name="connsiteY13" fmla="*/ 0 h 6462003"/>
              <a:gd name="connsiteX14" fmla="*/ 17983200 w 17983201"/>
              <a:gd name="connsiteY14" fmla="*/ 6456743 h 6462003"/>
              <a:gd name="connsiteX15" fmla="*/ 6883932 w 17983201"/>
              <a:gd name="connsiteY15" fmla="*/ 2355511 h 6462003"/>
              <a:gd name="connsiteX16" fmla="*/ 10151565 w 17983201"/>
              <a:gd name="connsiteY16" fmla="*/ 121344 h 6462003"/>
              <a:gd name="connsiteX17" fmla="*/ 10435757 w 17983201"/>
              <a:gd name="connsiteY17" fmla="*/ 4069554 h 6462003"/>
              <a:gd name="connsiteX18" fmla="*/ 7168123 w 17983201"/>
              <a:gd name="connsiteY18" fmla="*/ 6303742 h 6462003"/>
              <a:gd name="connsiteX19" fmla="*/ 6883932 w 17983201"/>
              <a:gd name="connsiteY19" fmla="*/ 2355511 h 646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983201" h="6462003">
                <a:moveTo>
                  <a:pt x="3228367" y="5278"/>
                </a:moveTo>
                <a:cubicBezTo>
                  <a:pt x="5011335" y="5278"/>
                  <a:pt x="6456735" y="1450669"/>
                  <a:pt x="6456735" y="3233646"/>
                </a:cubicBezTo>
                <a:cubicBezTo>
                  <a:pt x="6456735" y="5016604"/>
                  <a:pt x="5011335" y="6462004"/>
                  <a:pt x="3228367" y="6462004"/>
                </a:cubicBezTo>
                <a:cubicBezTo>
                  <a:pt x="1445390" y="6462004"/>
                  <a:pt x="0" y="5016604"/>
                  <a:pt x="0" y="3233646"/>
                </a:cubicBezTo>
                <a:cubicBezTo>
                  <a:pt x="1" y="1450669"/>
                  <a:pt x="1445390" y="5278"/>
                  <a:pt x="3228367" y="5278"/>
                </a:cubicBezTo>
                <a:close/>
                <a:moveTo>
                  <a:pt x="17983200" y="6456743"/>
                </a:moveTo>
                <a:lnTo>
                  <a:pt x="14109160" y="6456743"/>
                </a:lnTo>
                <a:lnTo>
                  <a:pt x="14109160" y="6456551"/>
                </a:lnTo>
                <a:cubicBezTo>
                  <a:pt x="14101174" y="6456599"/>
                  <a:pt x="14093233" y="6456743"/>
                  <a:pt x="14085247" y="6456743"/>
                </a:cubicBezTo>
                <a:cubicBezTo>
                  <a:pt x="12302280" y="6456743"/>
                  <a:pt x="10856879" y="5011343"/>
                  <a:pt x="10856879" y="3228365"/>
                </a:cubicBezTo>
                <a:cubicBezTo>
                  <a:pt x="10856879" y="1445389"/>
                  <a:pt x="12302280" y="0"/>
                  <a:pt x="14085247" y="0"/>
                </a:cubicBezTo>
                <a:cubicBezTo>
                  <a:pt x="14093233" y="0"/>
                  <a:pt x="14101174" y="82"/>
                  <a:pt x="14109160" y="140"/>
                </a:cubicBezTo>
                <a:lnTo>
                  <a:pt x="14109160" y="0"/>
                </a:lnTo>
                <a:lnTo>
                  <a:pt x="17983200" y="0"/>
                </a:lnTo>
                <a:lnTo>
                  <a:pt x="17983200" y="6456743"/>
                </a:lnTo>
                <a:close/>
                <a:moveTo>
                  <a:pt x="6883932" y="2355511"/>
                </a:moveTo>
                <a:cubicBezTo>
                  <a:pt x="7707763" y="648302"/>
                  <a:pt x="9170763" y="-351976"/>
                  <a:pt x="10151565" y="121344"/>
                </a:cubicBezTo>
                <a:cubicBezTo>
                  <a:pt x="11132366" y="594668"/>
                  <a:pt x="11259636" y="2362345"/>
                  <a:pt x="10435757" y="4069554"/>
                </a:cubicBezTo>
                <a:cubicBezTo>
                  <a:pt x="9611925" y="5776729"/>
                  <a:pt x="8148925" y="6776997"/>
                  <a:pt x="7168123" y="6303742"/>
                </a:cubicBezTo>
                <a:cubicBezTo>
                  <a:pt x="6187322" y="5830392"/>
                  <a:pt x="6060052" y="4062724"/>
                  <a:pt x="6883932" y="2355511"/>
                </a:cubicBezTo>
                <a:close/>
              </a:path>
            </a:pathLst>
          </a:custGeom>
          <a:noFill/>
          <a:ln w="12700" cap="flat">
            <a:solidFill>
              <a:schemeClr val="accent2">
                <a:lumMod val="75000"/>
              </a:schemeClr>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11125200" cy="1981200"/>
          </a:xfrm>
        </p:spPr>
        <p:txBody>
          <a:bodyPr anchor="b">
            <a:normAutofit/>
          </a:bodyPr>
          <a:lstStyle>
            <a:lvl1pPr>
              <a:defRPr sz="7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400" y="3791783"/>
            <a:ext cx="11125200" cy="2552171"/>
          </a:xfrm>
        </p:spPr>
        <p:txBody>
          <a:bodyPr/>
          <a:lstStyle>
            <a:lvl1pPr marL="0" indent="0">
              <a:buNone/>
              <a:defRPr>
                <a:solidFill>
                  <a:schemeClr val="tx1"/>
                </a:solidFill>
                <a:latin typeface="+mn-lt"/>
              </a:defRPr>
            </a:lvl1pPr>
            <a:lvl2pPr marL="228600" indent="0">
              <a:buNone/>
              <a:defRPr>
                <a:solidFill>
                  <a:schemeClr val="tx1"/>
                </a:solidFill>
                <a:latin typeface="+mn-lt"/>
              </a:defRPr>
            </a:lvl2pPr>
            <a:lvl3pPr marL="457200" indent="0">
              <a:buNone/>
              <a:defRPr>
                <a:solidFill>
                  <a:schemeClr val="tx1"/>
                </a:solidFill>
                <a:latin typeface="+mn-lt"/>
              </a:defRPr>
            </a:lvl3pPr>
            <a:lvl4pPr marL="685800" indent="0">
              <a:buNone/>
              <a:defRPr>
                <a:solidFill>
                  <a:schemeClr val="tx1"/>
                </a:solidFill>
                <a:latin typeface="+mn-lt"/>
              </a:defRPr>
            </a:lvl4pPr>
            <a:lvl5pPr marL="914400" indent="0">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B1E6060-C53E-4F28-8D83-0C4FB26C4A3F}"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12378094"/>
      </p:ext>
    </p:extLst>
  </p:cSld>
  <p:clrMapOvr>
    <a:overrideClrMapping bg1="lt1" tx1="dk1" bg2="lt2" tx2="dk2" accent1="accent1" accent2="accent2" accent3="accent3" accent4="accent4" accent5="accent5" accent6="accent6" hlink="hlink" folHlink="folHlink"/>
  </p:clrMapOvr>
</p:sldLayout>
</file>

<file path=ppt/slideLayouts/slideLayout_80000049_2EF2E8CB.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latin typeface="+mn-lt"/>
              </a:defRPr>
            </a:lvl1pPr>
            <a:lvl2pPr marL="228600" indent="0">
              <a:buNone/>
              <a:defRPr sz="1600">
                <a:solidFill>
                  <a:schemeClr val="tx1"/>
                </a:solidFill>
                <a:latin typeface="+mn-lt"/>
              </a:defRPr>
            </a:lvl2pPr>
            <a:lvl3pPr marL="457200" indent="0">
              <a:buNone/>
              <a:defRPr sz="1400">
                <a:solidFill>
                  <a:schemeClr val="tx1"/>
                </a:solidFill>
                <a:latin typeface="+mn-lt"/>
              </a:defRPr>
            </a:lvl3pPr>
            <a:lvl4pPr marL="685800" indent="0">
              <a:buNone/>
              <a:defRPr sz="1400">
                <a:solidFill>
                  <a:schemeClr val="tx1"/>
                </a:solidFill>
                <a:latin typeface="+mn-lt"/>
              </a:defRPr>
            </a:lvl4pPr>
            <a:lvl5pPr marL="914400" indent="0">
              <a:buNone/>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787671243"/>
      </p:ext>
    </p:extLst>
  </p:cSld>
  <p:clrMapOvr>
    <a:overrideClrMapping bg1="lt1" tx1="dk1" bg2="lt2" tx2="dk2" accent1="accent1" accent2="accent2" accent3="accent3" accent4="accent4" accent5="accent5" accent6="accent6" hlink="hlink" folHlink="folHlink"/>
  </p:clrMapOvr>
</p:sldLayout>
</file>

<file path=ppt/slideMasters/_rels/slideMaster_80000000_E3230E1B.xml.rels><?xml version="1.0" encoding="UTF-8" standalone="yes"?>
<Relationships xmlns="http://schemas.openxmlformats.org/package/2006/relationships"><Relationship Id="rId13" Type="http://schemas.openxmlformats.org/officeDocument/2006/relationships/slideLayout" Target="../slideLayouts/slideLayout_80000019_7F63D960.xml"/><Relationship Id="rId18" Type="http://schemas.openxmlformats.org/officeDocument/2006/relationships/slideLayout" Target="../slideLayouts/slideLayout_8000001E_12167DAD.xml"/><Relationship Id="rId26" Type="http://schemas.openxmlformats.org/officeDocument/2006/relationships/slideLayout" Target="../slideLayouts/slideLayout_80000026_D0C3D3F2.xml"/><Relationship Id="rId39" Type="http://schemas.openxmlformats.org/officeDocument/2006/relationships/slideLayout" Target="../slideLayouts/slideLayout_80000033_6C4A9087.xml"/><Relationship Id="rId21" Type="http://schemas.openxmlformats.org/officeDocument/2006/relationships/slideLayout" Target="../slideLayouts/slideLayout_80000021_A8EF29B5.xml"/><Relationship Id="rId34" Type="http://schemas.openxmlformats.org/officeDocument/2006/relationships/slideLayout" Target="../slideLayouts/slideLayout_8000002E_D1A2725D.xml"/><Relationship Id="rId42" Type="http://schemas.openxmlformats.org/officeDocument/2006/relationships/slideLayout" Target="../slideLayouts/slideLayout_80000036_EEEAED53.xml"/><Relationship Id="rId47" Type="http://schemas.openxmlformats.org/officeDocument/2006/relationships/slideLayout" Target="../slideLayouts/slideLayout_8000003B_85B07A76.xml"/><Relationship Id="rId50" Type="http://schemas.openxmlformats.org/officeDocument/2006/relationships/slideLayout" Target="../slideLayouts/slideLayout_8000003E_B65C0F50.xml"/><Relationship Id="rId55" Type="http://schemas.openxmlformats.org/officeDocument/2006/relationships/slideLayout" Target="../slideLayouts/slideLayout_80000043_9E92C2EF.xml"/><Relationship Id="rId63" Type="http://schemas.openxmlformats.org/officeDocument/2006/relationships/theme" Target="../theme/theme_80000000_E3230E1B.xml"/><Relationship Id="rId7" Type="http://schemas.openxmlformats.org/officeDocument/2006/relationships/slideLayout" Target="../slideLayouts/slideLayout_80000007_C14181F6.xml"/><Relationship Id="rId2" Type="http://schemas.openxmlformats.org/officeDocument/2006/relationships/slideLayout" Target="../slideLayouts/slideLayout_80000002_38D1D6B9.xml"/><Relationship Id="rId16" Type="http://schemas.openxmlformats.org/officeDocument/2006/relationships/slideLayout" Target="../slideLayouts/slideLayout_8000001C_2579289A.xml"/><Relationship Id="rId29" Type="http://schemas.openxmlformats.org/officeDocument/2006/relationships/slideLayout" Target="../slideLayouts/slideLayout_80000029_A687C6CE.xml"/><Relationship Id="rId11" Type="http://schemas.openxmlformats.org/officeDocument/2006/relationships/slideLayout" Target="../slideLayouts/slideLayout_8000000B_4078BD9D.xml"/><Relationship Id="rId24" Type="http://schemas.openxmlformats.org/officeDocument/2006/relationships/slideLayout" Target="../slideLayouts/slideLayout_80000024_3C7D6934.xml"/><Relationship Id="rId32" Type="http://schemas.openxmlformats.org/officeDocument/2006/relationships/slideLayout" Target="../slideLayouts/slideLayout_8000002C_C16416A6.xml"/><Relationship Id="rId37" Type="http://schemas.openxmlformats.org/officeDocument/2006/relationships/slideLayout" Target="../slideLayouts/slideLayout_80000031_930B58EC.xml"/><Relationship Id="rId40" Type="http://schemas.openxmlformats.org/officeDocument/2006/relationships/slideLayout" Target="../slideLayouts/slideLayout_80000034_CB05F17D.xml"/><Relationship Id="rId45" Type="http://schemas.openxmlformats.org/officeDocument/2006/relationships/slideLayout" Target="../slideLayouts/slideLayout_80000039_ECDAE002.xml"/><Relationship Id="rId53" Type="http://schemas.openxmlformats.org/officeDocument/2006/relationships/slideLayout" Target="../slideLayouts/slideLayout_80000041_54DCD3A6.xml"/><Relationship Id="rId58" Type="http://schemas.openxmlformats.org/officeDocument/2006/relationships/slideLayout" Target="../slideLayouts/slideLayout_80000046_23B75CD.xml"/><Relationship Id="rId5" Type="http://schemas.openxmlformats.org/officeDocument/2006/relationships/slideLayout" Target="../slideLayouts/slideLayout_80000005_4BFA8DC7.xml"/><Relationship Id="rId61" Type="http://schemas.openxmlformats.org/officeDocument/2006/relationships/slideLayout" Target="../slideLayouts/slideLayout_80000049_2EF2E8CB.xml"/><Relationship Id="rId19" Type="http://schemas.openxmlformats.org/officeDocument/2006/relationships/slideLayout" Target="../slideLayouts/slideLayout_8000001F_443D7C39.xml"/><Relationship Id="rId14" Type="http://schemas.openxmlformats.org/officeDocument/2006/relationships/slideLayout" Target="../slideLayouts/slideLayout_8000001A_D52889A.xml"/><Relationship Id="rId22" Type="http://schemas.openxmlformats.org/officeDocument/2006/relationships/slideLayout" Target="../slideLayouts/slideLayout_80000022_CEA08950.xml"/><Relationship Id="rId27" Type="http://schemas.openxmlformats.org/officeDocument/2006/relationships/slideLayout" Target="../slideLayouts/slideLayout_80000027_DB2605EC.xml"/><Relationship Id="rId30" Type="http://schemas.openxmlformats.org/officeDocument/2006/relationships/slideLayout" Target="../slideLayouts/slideLayout_8000002A_F81DAD61.xml"/><Relationship Id="rId35" Type="http://schemas.openxmlformats.org/officeDocument/2006/relationships/slideLayout" Target="../slideLayouts/slideLayout_8000002F_12D59F87.xml"/><Relationship Id="rId43" Type="http://schemas.openxmlformats.org/officeDocument/2006/relationships/slideLayout" Target="../slideLayouts/slideLayout_80000037_14A2BD87.xml"/><Relationship Id="rId48" Type="http://schemas.openxmlformats.org/officeDocument/2006/relationships/slideLayout" Target="../slideLayouts/slideLayout_8000003C_8F51C09F.xml"/><Relationship Id="rId56" Type="http://schemas.openxmlformats.org/officeDocument/2006/relationships/slideLayout" Target="../slideLayouts/slideLayout_80000044_C335E22B.xml"/><Relationship Id="rId8" Type="http://schemas.openxmlformats.org/officeDocument/2006/relationships/slideLayout" Target="../slideLayouts/slideLayout_80000008_E87F7843.xml"/><Relationship Id="rId51" Type="http://schemas.openxmlformats.org/officeDocument/2006/relationships/slideLayout" Target="../slideLayouts/slideLayout_8000003F_9273C91C.xml"/><Relationship Id="rId3" Type="http://schemas.openxmlformats.org/officeDocument/2006/relationships/slideLayout" Target="../slideLayouts/slideLayout_80000003_319071CE.xml"/><Relationship Id="rId12" Type="http://schemas.openxmlformats.org/officeDocument/2006/relationships/slideLayout" Target="../slideLayouts/slideLayout_80000018_BE3B178.xml"/><Relationship Id="rId17" Type="http://schemas.openxmlformats.org/officeDocument/2006/relationships/slideLayout" Target="../slideLayouts/slideLayout_8000001D_B888093B.xml"/><Relationship Id="rId25" Type="http://schemas.openxmlformats.org/officeDocument/2006/relationships/slideLayout" Target="../slideLayouts/slideLayout_80000025_4E092B6D.xml"/><Relationship Id="rId33" Type="http://schemas.openxmlformats.org/officeDocument/2006/relationships/slideLayout" Target="../slideLayouts/slideLayout_8000002D_3F59CCE9.xml"/><Relationship Id="rId38" Type="http://schemas.openxmlformats.org/officeDocument/2006/relationships/slideLayout" Target="../slideLayouts/slideLayout_80000032_42298794.xml"/><Relationship Id="rId46" Type="http://schemas.openxmlformats.org/officeDocument/2006/relationships/slideLayout" Target="../slideLayouts/slideLayout_8000003A_EA96992A.xml"/><Relationship Id="rId59" Type="http://schemas.openxmlformats.org/officeDocument/2006/relationships/slideLayout" Target="../slideLayouts/slideLayout_80000047_8FEAEDBE.xml"/><Relationship Id="rId20" Type="http://schemas.openxmlformats.org/officeDocument/2006/relationships/slideLayout" Target="../slideLayouts/slideLayout_80000020_5E4DACFF.xml"/><Relationship Id="rId41" Type="http://schemas.openxmlformats.org/officeDocument/2006/relationships/slideLayout" Target="../slideLayouts/slideLayout_80000035_4BB35E3F.xml"/><Relationship Id="rId54" Type="http://schemas.openxmlformats.org/officeDocument/2006/relationships/slideLayout" Target="../slideLayouts/slideLayout_80000042_7C288A0A.xml"/><Relationship Id="rId62" Type="http://schemas.openxmlformats.org/officeDocument/2006/relationships/slideLayout" Target="../slideLayouts/slideLayout_8000004A_7C095A78.xml"/><Relationship Id="rId1" Type="http://schemas.openxmlformats.org/officeDocument/2006/relationships/slideLayout" Target="../slideLayouts/slideLayout_80000001_8EA2CD94.xml"/><Relationship Id="rId6" Type="http://schemas.openxmlformats.org/officeDocument/2006/relationships/slideLayout" Target="../slideLayouts/slideLayout_80000006_3EDEEF61.xml"/><Relationship Id="rId15" Type="http://schemas.openxmlformats.org/officeDocument/2006/relationships/slideLayout" Target="../slideLayouts/slideLayout_8000001B_66F4CC84.xml"/><Relationship Id="rId23" Type="http://schemas.openxmlformats.org/officeDocument/2006/relationships/slideLayout" Target="../slideLayouts/slideLayout_80000023_752451CE.xml"/><Relationship Id="rId28" Type="http://schemas.openxmlformats.org/officeDocument/2006/relationships/slideLayout" Target="../slideLayouts/slideLayout_80000028_EB26998.xml"/><Relationship Id="rId36" Type="http://schemas.openxmlformats.org/officeDocument/2006/relationships/slideLayout" Target="../slideLayouts/slideLayout_80000030_E2FB57.xml"/><Relationship Id="rId49" Type="http://schemas.openxmlformats.org/officeDocument/2006/relationships/slideLayout" Target="../slideLayouts/slideLayout_8000003D_AAA4E36B.xml"/><Relationship Id="rId57" Type="http://schemas.openxmlformats.org/officeDocument/2006/relationships/slideLayout" Target="../slideLayouts/slideLayout_80000045_F47BA29C.xml"/><Relationship Id="rId10" Type="http://schemas.openxmlformats.org/officeDocument/2006/relationships/slideLayout" Target="../slideLayouts/slideLayout_8000000A_5AE21EFD.xml"/><Relationship Id="rId31" Type="http://schemas.openxmlformats.org/officeDocument/2006/relationships/slideLayout" Target="../slideLayouts/slideLayout_8000002B_3137039C.xml"/><Relationship Id="rId44" Type="http://schemas.openxmlformats.org/officeDocument/2006/relationships/slideLayout" Target="../slideLayouts/slideLayout_80000038_7F463B5C.xml"/><Relationship Id="rId52" Type="http://schemas.openxmlformats.org/officeDocument/2006/relationships/slideLayout" Target="../slideLayouts/slideLayout_80000040_20080A0B.xml"/><Relationship Id="rId60" Type="http://schemas.openxmlformats.org/officeDocument/2006/relationships/slideLayout" Target="../slideLayouts/slideLayout_80000048_CA8A1EE.xml"/><Relationship Id="rId4" Type="http://schemas.openxmlformats.org/officeDocument/2006/relationships/slideLayout" Target="../slideLayouts/slideLayout_80000004_42A38236.xml"/><Relationship Id="rId9" Type="http://schemas.openxmlformats.org/officeDocument/2006/relationships/slideLayout" Target="../slideLayouts/slideLayout_80000009_EC37BA08.xml"/></Relationships>
</file>

<file path=ppt/slideMasters/slideMaster_80000000_E3230E1B.xml><?xml version="1.0" encoding="utf-8"?>
<p:sldMaster xmlns:a="http://schemas.openxmlformats.org/drawingml/2006/main" xmlns:r="http://schemas.openxmlformats.org/officeDocument/2006/relationships" xmlns:p="http://schemas.openxmlformats.org/presentationml/2006/main" preserve="1">
  <p:cSld>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400" y="533400"/>
            <a:ext cx="11125200" cy="95362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400" y="1669902"/>
            <a:ext cx="11125200" cy="46740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7DF4F7BB-A1DF-4BD2-8D5B-CA9EB40127CE}" type="datetime1">
              <a:rPr lang="en-US" smtClean="0"/>
              <a:pPr/>
              <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401" y="6343955"/>
            <a:ext cx="2884652" cy="365125"/>
          </a:xfrm>
          <a:prstGeom prst="rect">
            <a:avLst/>
          </a:prstGeom>
        </p:spPr>
        <p:txBody>
          <a:bodyPr vert="horz" lIns="91440" tIns="45720" rIns="91440" bIns="45720" rtlCol="0" anchor="ctr"/>
          <a:lstStyle>
            <a:lvl1pPr algn="l" rtl="0">
              <a:defRPr sz="800" b="0" i="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51150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810725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sldNum="0" hdr="0" ftr="0" dt="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6" pos="336" userDrawn="1">
          <p15:clr>
            <a:srgbClr val="F26B43"/>
          </p15:clr>
        </p15:guide>
        <p15:guide id="27" pos="96" userDrawn="1">
          <p15:clr>
            <a:srgbClr val="F26B43"/>
          </p15:clr>
        </p15:guide>
        <p15:guide id="28" pos="7584" userDrawn="1">
          <p15:clr>
            <a:srgbClr val="F26B43"/>
          </p15:clr>
        </p15:guide>
        <p15:guide id="29" orient="horz" pos="96" userDrawn="1">
          <p15:clr>
            <a:srgbClr val="F26B43"/>
          </p15:clr>
        </p15:guide>
        <p15:guide id="30" orient="horz" pos="4224" userDrawn="1">
          <p15:clr>
            <a:srgbClr val="F26B43"/>
          </p15:clr>
        </p15:guide>
        <p15:guide id="31" orient="horz" pos="336" userDrawn="1">
          <p15:clr>
            <a:srgbClr val="F26B43"/>
          </p15:clr>
        </p15:guide>
        <p15:guide id="32" orient="horz" pos="3984" userDrawn="1">
          <p15:clr>
            <a:srgbClr val="F26B43"/>
          </p15:clr>
        </p15:guide>
        <p15:guide id="33" pos="7344" userDrawn="1">
          <p15:clr>
            <a:srgbClr val="F26B43"/>
          </p15:clr>
        </p15:guide>
      </p15:sldGuideLst>
    </p:ext>
  </p:extLst>
</p:sldMaster>
</file>

<file path=ppt/slides/_rels/slide_A0A_FD54CFAE.xml.rels><?xml version="1.0" encoding="UTF-8" standalone="yes"?>
<Relationships xmlns="http://schemas.openxmlformats.org/package/2006/relationships"><Relationship Id="rId3" Type="http://schemas.openxmlformats.org/officeDocument/2006/relationships/image" Target="../media/image_41C63704.jpeg"/><Relationship Id="rId2" Type="http://schemas.openxmlformats.org/officeDocument/2006/relationships/notesSlide" Target="../notesSlides/notesSlide_A0A_FD54CFAE.xml"/><Relationship Id="rId1" Type="http://schemas.openxmlformats.org/officeDocument/2006/relationships/slideLayout" Target="../slideLayouts/slideLayout_80000031_930B58EC.xml"/></Relationships>
</file>

<file path=ppt/slides/_rels/slide_A0B_D8EBD7A7.xml.rels><?xml version="1.0" encoding="UTF-8" standalone="yes"?>
<Relationships xmlns="http://schemas.openxmlformats.org/package/2006/relationships"><Relationship Id="rId2" Type="http://schemas.openxmlformats.org/officeDocument/2006/relationships/notesSlide" Target="../notesSlides/notesSlide_A0B_D8EBD7A7.xml"/><Relationship Id="rId1" Type="http://schemas.openxmlformats.org/officeDocument/2006/relationships/slideLayout" Target="../slideLayouts/slideLayout_80000002_38D1D6B9.xml"/></Relationships>
</file>

<file path=ppt/slides/_rels/slide_A0C_2C788A13.xml.rels><?xml version="1.0" encoding="UTF-8" standalone="yes"?>
<Relationships xmlns="http://schemas.openxmlformats.org/package/2006/relationships"><Relationship Id="rId3" Type="http://schemas.openxmlformats.org/officeDocument/2006/relationships/image" Target="../media/image_995488A7.jpeg"/><Relationship Id="rId2" Type="http://schemas.openxmlformats.org/officeDocument/2006/relationships/notesSlide" Target="../notesSlides/notesSlide_A0C_2C788A13.xml"/><Relationship Id="rId1" Type="http://schemas.openxmlformats.org/officeDocument/2006/relationships/slideLayout" Target="../slideLayouts/slideLayout_80000031_930B58EC.xml"/></Relationships>
</file>

<file path=ppt/slides/_rels/slide_A0D_EBEBDE3E.xml.rels><?xml version="1.0" encoding="UTF-8" standalone="yes"?>
<Relationships xmlns="http://schemas.openxmlformats.org/package/2006/relationships"><Relationship Id="rId2" Type="http://schemas.openxmlformats.org/officeDocument/2006/relationships/notesSlide" Target="../notesSlides/notesSlide_A0D_EBEBDE3E.xml"/><Relationship Id="rId1" Type="http://schemas.openxmlformats.org/officeDocument/2006/relationships/slideLayout" Target="../slideLayouts/slideLayout_80000002_38D1D6B9.xml"/></Relationships>
</file>

<file path=ppt/slides/_rels/slide_A01_FB6FAE58.xml.rels><?xml version="1.0" encoding="UTF-8" standalone="yes"?>
<Relationships xmlns="http://schemas.openxmlformats.org/package/2006/relationships"><Relationship Id="rId3" Type="http://schemas.openxmlformats.org/officeDocument/2006/relationships/image" Target="../media/image_37BB5A85.jpeg"/><Relationship Id="rId2" Type="http://schemas.openxmlformats.org/officeDocument/2006/relationships/notesSlide" Target="../notesSlides/notesSlide_A01_FB6FAE58.xml"/><Relationship Id="rId1" Type="http://schemas.openxmlformats.org/officeDocument/2006/relationships/slideLayout" Target="../slideLayouts/slideLayout_80000009_EC37BA08.xml"/></Relationships>
</file>

<file path=ppt/slides/_rels/slide_A02_8DE02779.xml.rels><?xml version="1.0" encoding="UTF-8" standalone="yes"?>
<Relationships xmlns="http://schemas.openxmlformats.org/package/2006/relationships"><Relationship Id="rId2" Type="http://schemas.openxmlformats.org/officeDocument/2006/relationships/notesSlide" Target="../notesSlides/notesSlide_A02_8DE02779.xml"/><Relationship Id="rId1" Type="http://schemas.openxmlformats.org/officeDocument/2006/relationships/slideLayout" Target="../slideLayouts/slideLayout_80000018_BE3B178.xml"/></Relationships>
</file>

<file path=ppt/slides/_rels/slide_A03_4B1C8E4.xml.rels><?xml version="1.0" encoding="UTF-8" standalone="yes"?>
<Relationships xmlns="http://schemas.openxmlformats.org/package/2006/relationships"><Relationship Id="rId3" Type="http://schemas.openxmlformats.org/officeDocument/2006/relationships/image" Target="../media/image_FFB29912.jpeg"/><Relationship Id="rId2" Type="http://schemas.openxmlformats.org/officeDocument/2006/relationships/notesSlide" Target="../notesSlides/notesSlide_A03_4B1C8E4.xml"/><Relationship Id="rId1" Type="http://schemas.openxmlformats.org/officeDocument/2006/relationships/slideLayout" Target="../slideLayouts/slideLayout_80000031_930B58EC.xml"/></Relationships>
</file>

<file path=ppt/slides/_rels/slide_A04_DE7730AD.xml.rels><?xml version="1.0" encoding="UTF-8" standalone="yes"?>
<Relationships xmlns="http://schemas.openxmlformats.org/package/2006/relationships"><Relationship Id="rId2" Type="http://schemas.openxmlformats.org/officeDocument/2006/relationships/notesSlide" Target="../notesSlides/notesSlide_A04_DE7730AD.xml"/><Relationship Id="rId1" Type="http://schemas.openxmlformats.org/officeDocument/2006/relationships/slideLayout" Target="../slideLayouts/slideLayout_80000002_38D1D6B9.xml"/></Relationships>
</file>

<file path=ppt/slides/_rels/slide_A05_1EBA9588.xml.rels><?xml version="1.0" encoding="UTF-8" standalone="yes"?>
<Relationships xmlns="http://schemas.openxmlformats.org/package/2006/relationships"><Relationship Id="rId2" Type="http://schemas.openxmlformats.org/officeDocument/2006/relationships/notesSlide" Target="../notesSlides/notesSlide_A05_1EBA9588.xml"/><Relationship Id="rId1" Type="http://schemas.openxmlformats.org/officeDocument/2006/relationships/slideLayout" Target="../slideLayouts/slideLayout_80000002_38D1D6B9.xml"/></Relationships>
</file>

<file path=ppt/slides/_rels/slide_A06_42885D04.xml.rels><?xml version="1.0" encoding="UTF-8" standalone="yes"?>
<Relationships xmlns="http://schemas.openxmlformats.org/package/2006/relationships"><Relationship Id="rId3" Type="http://schemas.openxmlformats.org/officeDocument/2006/relationships/diagramData" Target="../diagrams/data_A06_42885D04.xml"/><Relationship Id="rId7" Type="http://schemas.microsoft.com/office/2007/relationships/diagramDrawing" Target="../diagrams/drawing_A06_42885D04.xml"/><Relationship Id="rId2" Type="http://schemas.openxmlformats.org/officeDocument/2006/relationships/notesSlide" Target="../notesSlides/notesSlide_A06_42885D04.xml"/><Relationship Id="rId1" Type="http://schemas.openxmlformats.org/officeDocument/2006/relationships/slideLayout" Target="../slideLayouts/slideLayout_80000002_38D1D6B9.xml"/><Relationship Id="rId6" Type="http://schemas.openxmlformats.org/officeDocument/2006/relationships/diagramColors" Target="../diagrams/colors_A06_42885D04.xml"/><Relationship Id="rId5" Type="http://schemas.openxmlformats.org/officeDocument/2006/relationships/diagramQuickStyle" Target="../diagrams/quickStyle_A06_42885D04.xml"/><Relationship Id="rId4" Type="http://schemas.openxmlformats.org/officeDocument/2006/relationships/diagramLayout" Target="../diagrams/layout_A06_42885D04.xml"/></Relationships>
</file>

<file path=ppt/slides/_rels/slide_A07_10519498.xml.rels><?xml version="1.0" encoding="UTF-8" standalone="yes"?>
<Relationships xmlns="http://schemas.openxmlformats.org/package/2006/relationships"><Relationship Id="rId2" Type="http://schemas.openxmlformats.org/officeDocument/2006/relationships/notesSlide" Target="../notesSlides/notesSlide_A07_10519498.xml"/><Relationship Id="rId1" Type="http://schemas.openxmlformats.org/officeDocument/2006/relationships/slideLayout" Target="../slideLayouts/slideLayout_80000002_38D1D6B9.xml"/></Relationships>
</file>

<file path=ppt/slides/_rels/slide_A08_DB334512.xml.rels><?xml version="1.0" encoding="UTF-8" standalone="yes"?>
<Relationships xmlns="http://schemas.openxmlformats.org/package/2006/relationships"><Relationship Id="rId2" Type="http://schemas.openxmlformats.org/officeDocument/2006/relationships/notesSlide" Target="../notesSlides/notesSlide_A08_DB334512.xml"/><Relationship Id="rId1" Type="http://schemas.openxmlformats.org/officeDocument/2006/relationships/slideLayout" Target="../slideLayouts/slideLayout_80000002_38D1D6B9.xml"/></Relationships>
</file>

<file path=ppt/slides/_rels/slide_A09_F1BE4874.xml.rels><?xml version="1.0" encoding="UTF-8" standalone="yes"?>
<Relationships xmlns="http://schemas.openxmlformats.org/package/2006/relationships"><Relationship Id="rId2" Type="http://schemas.openxmlformats.org/officeDocument/2006/relationships/notesSlide" Target="../notesSlides/notesSlide_A09_F1BE4874.xml"/><Relationship Id="rId1" Type="http://schemas.openxmlformats.org/officeDocument/2006/relationships/slideLayout" Target="../slideLayouts/slideLayout_80000002_38D1D6B9.xml"/></Relationships>
</file>

<file path=ppt/slides/slide_A0A_FD54CFA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1A39D-04AB-8B3C-0008-7FEEF5C5503E}"/>
              </a:ext>
            </a:extLst>
          </p:cNvPr>
          <p:cNvSpPr>
            <a:spLocks noGrp="1"/>
          </p:cNvSpPr>
          <p:nvPr>
            <p:ph type="title"/>
          </p:nvPr>
        </p:nvSpPr>
        <p:spPr>
          <a:xfrm>
            <a:off x="533401" y="533400"/>
            <a:ext cx="4751831" cy="1066800"/>
          </a:xfrm>
        </p:spPr>
        <p:txBody>
          <a:bodyPr anchor="t">
            <a:normAutofit/>
          </a:bodyPr>
          <a:lstStyle/>
          <a:p>
            <a:r>
              <a:rPr lang="en-US"/>
              <a:t>Impact</a:t>
            </a:r>
          </a:p>
        </p:txBody>
      </p:sp>
      <p:pic>
        <p:nvPicPr>
          <p:cNvPr id="5" name="Content Placeholder 4" descr="Three women run relay race track and field event.  Selective focus on baton.">
            <a:extLst>
              <a:ext uri="{FF2B5EF4-FFF2-40B4-BE49-F238E27FC236}">
                <a16:creationId xmlns:a16="http://schemas.microsoft.com/office/drawing/2014/main" id="{69901AB5-BD0C-480B-9C18-9B1AD44FA91E}"/>
              </a:ext>
            </a:extLst>
          </p:cNvPr>
          <p:cNvPicPr>
            <a:picLocks noGrp="1" noChangeAspect="1"/>
          </p:cNvPicPr>
          <p:nvPr>
            <p:ph type="pic" sz="quarter" idx="13"/>
          </p:nvPr>
        </p:nvPicPr>
        <p:blipFill>
          <a:blip r:embed="rId3"/>
          <a:srcRect l="15977" r="11746" b="1"/>
          <a:stretch>
            <a:fillRect/>
          </a:stretch>
        </p:blipFill>
        <p:spPr>
          <a:xfrm>
            <a:off x="152400" y="1965325"/>
            <a:ext cx="5132831" cy="4740275"/>
          </a:xfrm>
        </p:spPr>
      </p:pic>
      <p:sp>
        <p:nvSpPr>
          <p:cNvPr id="4" name="Content Placeholder 3">
            <a:extLst>
              <a:ext uri="{FF2B5EF4-FFF2-40B4-BE49-F238E27FC236}">
                <a16:creationId xmlns:a16="http://schemas.microsoft.com/office/drawing/2014/main" id="{6BA207B5-D639-1C89-C3D4-1CA8F8BD47B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533401"/>
            <a:ext cx="5753037" cy="5806472"/>
          </a:xfrm>
        </p:spPr>
        <p:txBody>
          <a:bodyPr>
            <a:normAutofit/>
          </a:bodyPr>
          <a:lstStyle/>
          <a:p>
            <a:pPr marL="0" indent="0">
              <a:spcBef>
                <a:spcPts val="2500"/>
              </a:spcBef>
              <a:buFont typeface="Arial" panose="020B0604020202020204" pitchFamily="34" charset="0"/>
              <a:buNone/>
            </a:pPr>
            <a:r>
              <a:rPr lang="en-US" b="1"/>
              <a:t>Early Warning for Athletes</a:t>
            </a:r>
          </a:p>
          <a:p>
            <a:pPr marL="0" lvl="1" indent="0">
              <a:buFont typeface="Arial" panose="020B0604020202020204" pitchFamily="34" charset="0"/>
              <a:buNone/>
            </a:pPr>
            <a:r>
              <a:rPr lang="en-US"/>
              <a:t>SmartArmor provides youth athletes affordable early warnings for forearm load and recovery to prevent overuse injuries.</a:t>
            </a:r>
          </a:p>
          <a:p>
            <a:pPr marL="0" indent="0">
              <a:spcBef>
                <a:spcPts val="2500"/>
              </a:spcBef>
              <a:buFont typeface="Arial" panose="020B0604020202020204" pitchFamily="34" charset="0"/>
              <a:buNone/>
            </a:pPr>
            <a:r>
              <a:rPr lang="en-US" b="1"/>
              <a:t>Data-Informed Rest Decisions</a:t>
            </a:r>
          </a:p>
          <a:p>
            <a:pPr marL="0" lvl="1" indent="0">
              <a:buFont typeface="Arial" panose="020B0604020202020204" pitchFamily="34" charset="0"/>
              <a:buNone/>
            </a:pPr>
            <a:r>
              <a:rPr lang="en-US"/>
              <a:t>Parents can use objective session summaries to make informed rest decisions after tournaments or intense practice days.</a:t>
            </a:r>
          </a:p>
          <a:p>
            <a:pPr marL="0" indent="0">
              <a:spcBef>
                <a:spcPts val="2500"/>
              </a:spcBef>
              <a:buFont typeface="Arial" panose="020B0604020202020204" pitchFamily="34" charset="0"/>
              <a:buNone/>
            </a:pPr>
            <a:r>
              <a:rPr lang="en-US" b="1"/>
              <a:t>Objective Coaching Insights</a:t>
            </a:r>
          </a:p>
          <a:p>
            <a:pPr marL="0" lvl="1" indent="0">
              <a:buFont typeface="Arial" panose="020B0604020202020204" pitchFamily="34" charset="0"/>
              <a:buNone/>
            </a:pPr>
            <a:r>
              <a:rPr lang="en-US"/>
              <a:t>Coaches gain objective load indicators like swing density and muscle fatigue, complementing traditional training feedback.</a:t>
            </a:r>
          </a:p>
          <a:p>
            <a:pPr marL="0" indent="0">
              <a:spcBef>
                <a:spcPts val="2500"/>
              </a:spcBef>
              <a:buFont typeface="Arial" panose="020B0604020202020204" pitchFamily="34" charset="0"/>
              <a:buNone/>
            </a:pPr>
            <a:r>
              <a:rPr lang="en-US" b="1"/>
              <a:t>Research and Scalability</a:t>
            </a:r>
          </a:p>
          <a:p>
            <a:pPr marL="0" lvl="1" indent="0">
              <a:buFont typeface="Arial" panose="020B0604020202020204" pitchFamily="34" charset="0"/>
              <a:buNone/>
            </a:pPr>
            <a:r>
              <a:rPr lang="en-US"/>
              <a:t>The system supports research with quality-aware datasets and can adapt to multiple sports requiring sensor customization.</a:t>
            </a:r>
          </a:p>
        </p:txBody>
      </p:sp>
    </p:spTree>
    <p:extLst>
      <p:ext uri="{BB962C8B-B14F-4D97-AF65-F5344CB8AC3E}">
        <p14:creationId xmlns:p14="http://schemas.microsoft.com/office/powerpoint/2010/main" val="4250193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B_D8EBD7A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1853-559B-CE4D-CCD9-1C779CD502E1}"/>
              </a:ext>
            </a:extLst>
          </p:cNvPr>
          <p:cNvSpPr>
            <a:spLocks noGrp="1"/>
          </p:cNvSpPr>
          <p:nvPr>
            <p:ph type="title"/>
          </p:nvPr>
        </p:nvSpPr>
        <p:spPr>
          <a:xfrm>
            <a:off x="533400" y="533400"/>
            <a:ext cx="11125200" cy="953622"/>
          </a:xfrm>
        </p:spPr>
        <p:txBody>
          <a:bodyPr anchor="t">
            <a:normAutofit/>
          </a:bodyPr>
          <a:lstStyle/>
          <a:p>
            <a:r>
              <a:rPr lang="en-US"/>
              <a:t>Roadmap and Next Steps</a:t>
            </a:r>
          </a:p>
        </p:txBody>
      </p:sp>
      <p:graphicFrame>
        <p:nvGraphicFramePr>
          <p:cNvPr id="5" name="Content Placeholder 4">
            <a:extLst>
              <a:ext uri="{FF2B5EF4-FFF2-40B4-BE49-F238E27FC236}">
                <a16:creationId xmlns:a16="http://schemas.microsoft.com/office/drawing/2014/main" id="{1A5BBEFB-8A39-4099-B3C1-7DFC95547BBF}"/>
              </a:ext>
            </a:extLst>
          </p:cNvPr>
          <p:cNvGraphicFramePr>
            <a:graphicFrameLocks noGrp="1"/>
          </p:cNvGraphicFramePr>
          <p:nvPr>
            <p:ph idx="1"/>
          </p:nvPr>
        </p:nvGraphicFramePr>
        <p:xfrm>
          <a:off x="533400" y="1706776"/>
          <a:ext cx="11125200" cy="4600304"/>
        </p:xfrm>
        <a:graphic>
          <a:graphicData uri="http://schemas.openxmlformats.org/drawingml/2006/table">
            <a:tbl>
              <a:tblPr firstRow="1" bandRow="1">
                <a:tableStyleId>{5C22544A-7EE6-4342-B048-85BDC9FD1C3A}</a:tableStyleId>
              </a:tblPr>
              <a:tblGrid>
                <a:gridCol w="3701745">
                  <a:extLst>
                    <a:ext uri="{9D8B030D-6E8A-4147-A177-3AD203B41FA5}">
                      <a16:colId xmlns:a16="http://schemas.microsoft.com/office/drawing/2014/main" val="3483445665"/>
                    </a:ext>
                  </a:extLst>
                </a:gridCol>
                <a:gridCol w="3701745">
                  <a:extLst>
                    <a:ext uri="{9D8B030D-6E8A-4147-A177-3AD203B41FA5}">
                      <a16:colId xmlns:a16="http://schemas.microsoft.com/office/drawing/2014/main" val="3115272810"/>
                    </a:ext>
                  </a:extLst>
                </a:gridCol>
                <a:gridCol w="3721712">
                  <a:extLst>
                    <a:ext uri="{9D8B030D-6E8A-4147-A177-3AD203B41FA5}">
                      <a16:colId xmlns:a16="http://schemas.microsoft.com/office/drawing/2014/main" val="3611902095"/>
                    </a:ext>
                  </a:extLst>
                </a:gridCol>
              </a:tblGrid>
              <a:tr h="401614">
                <a:tc>
                  <a:txBody>
                    <a:bodyPr/>
                    <a:lstStyle/>
                    <a:p>
                      <a:pPr>
                        <a:buNone/>
                      </a:pPr>
                      <a:r>
                        <a:rPr lang="en-US" sz="1800"/>
                        <a:t>Roadmap Step</a:t>
                      </a:r>
                    </a:p>
                  </a:txBody>
                  <a:tcPr marL="91276" marR="91276" marT="45638" marB="45638" anchor="ctr"/>
                </a:tc>
                <a:tc>
                  <a:txBody>
                    <a:bodyPr/>
                    <a:lstStyle/>
                    <a:p>
                      <a:pPr>
                        <a:buNone/>
                      </a:pPr>
                      <a:r>
                        <a:rPr lang="en-US" sz="1800"/>
                        <a:t>Goal</a:t>
                      </a:r>
                    </a:p>
                  </a:txBody>
                  <a:tcPr marL="91276" marR="91276" marT="45638" marB="45638" anchor="ctr"/>
                </a:tc>
                <a:tc>
                  <a:txBody>
                    <a:bodyPr/>
                    <a:lstStyle/>
                    <a:p>
                      <a:pPr>
                        <a:buNone/>
                      </a:pPr>
                      <a:r>
                        <a:rPr lang="en-US" sz="1800"/>
                        <a:t>Evidence or Output</a:t>
                      </a:r>
                    </a:p>
                  </a:txBody>
                  <a:tcPr marL="91276" marR="91276" marT="45638" marB="45638" anchor="ctr"/>
                </a:tc>
                <a:extLst>
                  <a:ext uri="{0D108BD9-81ED-4DB2-BD59-A6C34878D82A}">
                    <a16:rowId xmlns:a16="http://schemas.microsoft.com/office/drawing/2014/main" val="3486415609"/>
                  </a:ext>
                </a:extLst>
              </a:tr>
              <a:tr h="949270">
                <a:tc>
                  <a:txBody>
                    <a:bodyPr/>
                    <a:lstStyle/>
                    <a:p>
                      <a:pPr>
                        <a:buNone/>
                      </a:pPr>
                      <a:r>
                        <a:rPr lang="en-US" sz="1800"/>
                        <a:t>Complete longitudinal dataset</a:t>
                      </a:r>
                    </a:p>
                  </a:txBody>
                  <a:tcPr marL="91276" marR="91276" marT="45638" marB="45638" anchor="ctr"/>
                </a:tc>
                <a:tc>
                  <a:txBody>
                    <a:bodyPr/>
                    <a:lstStyle/>
                    <a:p>
                      <a:pPr>
                        <a:buNone/>
                      </a:pPr>
                      <a:r>
                        <a:rPr lang="en-US" sz="1800"/>
                        <a:t>Collect 40 valid minimum / 60 valid target / 80 valid stretch sessions.</a:t>
                      </a:r>
                    </a:p>
                  </a:txBody>
                  <a:tcPr marL="91276" marR="91276" marT="45638" marB="45638" anchor="ctr"/>
                </a:tc>
                <a:tc>
                  <a:txBody>
                    <a:bodyPr/>
                    <a:lstStyle/>
                    <a:p>
                      <a:pPr>
                        <a:buNone/>
                      </a:pPr>
                      <a:r>
                        <a:rPr lang="en-US" sz="1800"/>
                        <a:t>QC-filtered session files with objective features and canonical labels.</a:t>
                      </a:r>
                    </a:p>
                  </a:txBody>
                  <a:tcPr marL="91276" marR="91276" marT="45638" marB="45638" anchor="ctr"/>
                </a:tc>
                <a:extLst>
                  <a:ext uri="{0D108BD9-81ED-4DB2-BD59-A6C34878D82A}">
                    <a16:rowId xmlns:a16="http://schemas.microsoft.com/office/drawing/2014/main" val="2009964757"/>
                  </a:ext>
                </a:extLst>
              </a:tr>
              <a:tr h="949270">
                <a:tc>
                  <a:txBody>
                    <a:bodyPr/>
                    <a:lstStyle/>
                    <a:p>
                      <a:pPr>
                        <a:buNone/>
                      </a:pPr>
                      <a:r>
                        <a:rPr lang="en-US" sz="1800"/>
                        <a:t>Validate readiness model</a:t>
                      </a:r>
                    </a:p>
                  </a:txBody>
                  <a:tcPr marL="91276" marR="91276" marT="45638" marB="45638" anchor="ctr"/>
                </a:tc>
                <a:tc>
                  <a:txBody>
                    <a:bodyPr/>
                    <a:lstStyle/>
                    <a:p>
                      <a:pPr>
                        <a:buNone/>
                      </a:pPr>
                      <a:r>
                        <a:rPr lang="en-US" sz="1800"/>
                        <a:t>Test whether EMG + IMU biomarkers outperform volume-only and session-RPE baselines.</a:t>
                      </a:r>
                    </a:p>
                  </a:txBody>
                  <a:tcPr marL="91276" marR="91276" marT="45638" marB="45638" anchor="ctr"/>
                </a:tc>
                <a:tc>
                  <a:txBody>
                    <a:bodyPr/>
                    <a:lstStyle/>
                    <a:p>
                      <a:pPr>
                        <a:buNone/>
                      </a:pPr>
                      <a:r>
                        <a:rPr lang="en-US" sz="1800"/>
                        <a:t>RMSE, MAE, correlation, Delta R squared, calibration plots, and ablations.</a:t>
                      </a:r>
                    </a:p>
                  </a:txBody>
                  <a:tcPr marL="91276" marR="91276" marT="45638" marB="45638" anchor="ctr"/>
                </a:tc>
                <a:extLst>
                  <a:ext uri="{0D108BD9-81ED-4DB2-BD59-A6C34878D82A}">
                    <a16:rowId xmlns:a16="http://schemas.microsoft.com/office/drawing/2014/main" val="553725023"/>
                  </a:ext>
                </a:extLst>
              </a:tr>
              <a:tr h="675442">
                <a:tc>
                  <a:txBody>
                    <a:bodyPr/>
                    <a:lstStyle/>
                    <a:p>
                      <a:pPr>
                        <a:buNone/>
                      </a:pPr>
                      <a:r>
                        <a:rPr lang="en-US" sz="1800"/>
                        <a:t>Miniaturize hardware</a:t>
                      </a:r>
                    </a:p>
                  </a:txBody>
                  <a:tcPr marL="91276" marR="91276" marT="45638" marB="45638" anchor="ctr"/>
                </a:tc>
                <a:tc>
                  <a:txBody>
                    <a:bodyPr/>
                    <a:lstStyle/>
                    <a:p>
                      <a:pPr>
                        <a:buNone/>
                      </a:pPr>
                      <a:r>
                        <a:rPr lang="en-US" sz="1800"/>
                        <a:t>Move from prototype node to production-ready PCB sleeve.</a:t>
                      </a:r>
                    </a:p>
                  </a:txBody>
                  <a:tcPr marL="91276" marR="91276" marT="45638" marB="45638" anchor="ctr"/>
                </a:tc>
                <a:tc>
                  <a:txBody>
                    <a:bodyPr/>
                    <a:lstStyle/>
                    <a:p>
                      <a:pPr>
                        <a:buNone/>
                      </a:pPr>
                      <a:r>
                        <a:rPr lang="en-US" sz="1800"/>
                        <a:t>Wearable form factor and mobile app interface.</a:t>
                      </a:r>
                    </a:p>
                  </a:txBody>
                  <a:tcPr marL="91276" marR="91276" marT="45638" marB="45638" anchor="ctr"/>
                </a:tc>
                <a:extLst>
                  <a:ext uri="{0D108BD9-81ED-4DB2-BD59-A6C34878D82A}">
                    <a16:rowId xmlns:a16="http://schemas.microsoft.com/office/drawing/2014/main" val="2835815643"/>
                  </a:ext>
                </a:extLst>
              </a:tr>
              <a:tr h="675442">
                <a:tc>
                  <a:txBody>
                    <a:bodyPr/>
                    <a:lstStyle/>
                    <a:p>
                      <a:pPr>
                        <a:buNone/>
                      </a:pPr>
                      <a:r>
                        <a:rPr lang="en-US" sz="1800"/>
                        <a:t>Run small youth-player pilot</a:t>
                      </a:r>
                    </a:p>
                  </a:txBody>
                  <a:tcPr marL="91276" marR="91276" marT="45638" marB="45638" anchor="ctr"/>
                </a:tc>
                <a:tc>
                  <a:txBody>
                    <a:bodyPr/>
                    <a:lstStyle/>
                    <a:p>
                      <a:pPr>
                        <a:buNone/>
                      </a:pPr>
                      <a:r>
                        <a:rPr lang="en-US" sz="1800"/>
                        <a:t>Test generalization, usability, and signal quality across 3–5 athletes.</a:t>
                      </a:r>
                    </a:p>
                  </a:txBody>
                  <a:tcPr marL="91276" marR="91276" marT="45638" marB="45638" anchor="ctr"/>
                </a:tc>
                <a:tc>
                  <a:txBody>
                    <a:bodyPr/>
                    <a:lstStyle/>
                    <a:p>
                      <a:pPr>
                        <a:buNone/>
                      </a:pPr>
                      <a:r>
                        <a:rPr lang="en-US" sz="1800"/>
                        <a:t>Replication of biomarker/QC findings and user feedback.</a:t>
                      </a:r>
                    </a:p>
                  </a:txBody>
                  <a:tcPr marL="91276" marR="91276" marT="45638" marB="45638" anchor="ctr"/>
                </a:tc>
                <a:extLst>
                  <a:ext uri="{0D108BD9-81ED-4DB2-BD59-A6C34878D82A}">
                    <a16:rowId xmlns:a16="http://schemas.microsoft.com/office/drawing/2014/main" val="3649934283"/>
                  </a:ext>
                </a:extLst>
              </a:tr>
              <a:tr h="949270">
                <a:tc>
                  <a:txBody>
                    <a:bodyPr/>
                    <a:lstStyle/>
                    <a:p>
                      <a:pPr>
                        <a:buNone/>
                      </a:pPr>
                      <a:r>
                        <a:rPr lang="en-US" sz="1800"/>
                        <a:t>Open-source system</a:t>
                      </a:r>
                    </a:p>
                  </a:txBody>
                  <a:tcPr marL="91276" marR="91276" marT="45638" marB="45638" anchor="ctr"/>
                </a:tc>
                <a:tc>
                  <a:txBody>
                    <a:bodyPr/>
                    <a:lstStyle/>
                    <a:p>
                      <a:pPr>
                        <a:buNone/>
                      </a:pPr>
                      <a:r>
                        <a:rPr lang="en-US" sz="1800"/>
                        <a:t>Share hardware and software pipeline with coaches, athletes, and researchers.</a:t>
                      </a:r>
                    </a:p>
                  </a:txBody>
                  <a:tcPr marL="91276" marR="91276" marT="45638" marB="45638" anchor="ctr"/>
                </a:tc>
                <a:tc>
                  <a:txBody>
                    <a:bodyPr/>
                    <a:lstStyle/>
                    <a:p>
                      <a:pPr>
                        <a:buNone/>
                      </a:pPr>
                      <a:r>
                        <a:rPr lang="en-US" sz="1800"/>
                        <a:t>Public design files, processing scripts, and documentation.</a:t>
                      </a:r>
                    </a:p>
                  </a:txBody>
                  <a:tcPr marL="91276" marR="91276" marT="45638" marB="45638" anchor="ctr"/>
                </a:tc>
                <a:extLst>
                  <a:ext uri="{0D108BD9-81ED-4DB2-BD59-A6C34878D82A}">
                    <a16:rowId xmlns:a16="http://schemas.microsoft.com/office/drawing/2014/main" val="589199257"/>
                  </a:ext>
                </a:extLst>
              </a:tr>
            </a:tbl>
          </a:graphicData>
        </a:graphic>
      </p:graphicFrame>
    </p:spTree>
    <p:extLst>
      <p:ext uri="{BB962C8B-B14F-4D97-AF65-F5344CB8AC3E}">
        <p14:creationId xmlns:p14="http://schemas.microsoft.com/office/powerpoint/2010/main" val="3639334823"/>
      </p:ext>
    </p:extLst>
  </p:cSld>
  <p:clrMapOvr>
    <a:masterClrMapping/>
  </p:clrMapOvr>
  <p:transition>
    <p:fade/>
  </p:transition>
</p:sld>
</file>

<file path=ppt/slides/slide_A0C_2C788A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70F5-F95C-9EBE-F234-A1FD7DABF480}"/>
              </a:ext>
            </a:extLst>
          </p:cNvPr>
          <p:cNvSpPr>
            <a:spLocks noGrp="1"/>
          </p:cNvSpPr>
          <p:nvPr>
            <p:ph type="title"/>
          </p:nvPr>
        </p:nvSpPr>
        <p:spPr>
          <a:xfrm>
            <a:off x="533401" y="533400"/>
            <a:ext cx="4751831" cy="1066800"/>
          </a:xfrm>
        </p:spPr>
        <p:txBody>
          <a:bodyPr anchor="t">
            <a:normAutofit/>
          </a:bodyPr>
          <a:lstStyle/>
          <a:p>
            <a:r>
              <a:rPr lang="en-US"/>
              <a:t>One-Slide Summary</a:t>
            </a:r>
          </a:p>
        </p:txBody>
      </p:sp>
      <p:pic>
        <p:nvPicPr>
          <p:cNvPr id="5" name="Content Placeholder 4" descr="Trainer using stopwatch at sports field">
            <a:extLst>
              <a:ext uri="{FF2B5EF4-FFF2-40B4-BE49-F238E27FC236}">
                <a16:creationId xmlns:a16="http://schemas.microsoft.com/office/drawing/2014/main" id="{233318A2-7B17-4E73-A392-759A1342C6B8}"/>
              </a:ext>
            </a:extLst>
          </p:cNvPr>
          <p:cNvPicPr>
            <a:picLocks noGrp="1" noChangeAspect="1"/>
          </p:cNvPicPr>
          <p:nvPr>
            <p:ph type="pic" sz="quarter" idx="13"/>
          </p:nvPr>
        </p:nvPicPr>
        <p:blipFill>
          <a:blip r:embed="rId3"/>
          <a:srcRect l="5517" r="22206" b="1"/>
          <a:stretch>
            <a:fillRect/>
          </a:stretch>
        </p:blipFill>
        <p:spPr>
          <a:xfrm>
            <a:off x="152400" y="1965325"/>
            <a:ext cx="5132831" cy="4740275"/>
          </a:xfrm>
        </p:spPr>
      </p:pic>
      <p:sp>
        <p:nvSpPr>
          <p:cNvPr id="4" name="Content Placeholder 3">
            <a:extLst>
              <a:ext uri="{FF2B5EF4-FFF2-40B4-BE49-F238E27FC236}">
                <a16:creationId xmlns:a16="http://schemas.microsoft.com/office/drawing/2014/main" id="{0EFEAC4D-CFE6-2BD7-8C17-278CC8EA19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533401"/>
            <a:ext cx="5753037" cy="5806472"/>
          </a:xfrm>
        </p:spPr>
        <p:txBody>
          <a:bodyPr>
            <a:normAutofit/>
          </a:bodyPr>
          <a:lstStyle/>
          <a:p>
            <a:pPr marL="0" indent="0">
              <a:spcBef>
                <a:spcPts val="2500"/>
              </a:spcBef>
              <a:buFont typeface="Arial" panose="020B0604020202020204" pitchFamily="34" charset="0"/>
              <a:buNone/>
            </a:pPr>
            <a:r>
              <a:rPr lang="en-US" b="1"/>
              <a:t>Problem Identification</a:t>
            </a:r>
          </a:p>
          <a:p>
            <a:pPr marL="0" lvl="1" indent="0">
              <a:buFont typeface="Arial" panose="020B0604020202020204" pitchFamily="34" charset="0"/>
              <a:buNone/>
            </a:pPr>
            <a:r>
              <a:rPr lang="en-US"/>
              <a:t>Youth tennis overuse develops silently and current tools fail to detect local forearm fatigue effectively.</a:t>
            </a:r>
          </a:p>
          <a:p>
            <a:pPr marL="0" indent="0">
              <a:spcBef>
                <a:spcPts val="2500"/>
              </a:spcBef>
              <a:buFont typeface="Arial" panose="020B0604020202020204" pitchFamily="34" charset="0"/>
              <a:buNone/>
            </a:pPr>
            <a:r>
              <a:rPr lang="en-US" b="1"/>
              <a:t>Innovative Approach</a:t>
            </a:r>
          </a:p>
          <a:p>
            <a:pPr marL="0" lvl="1" indent="0">
              <a:buFont typeface="Arial" panose="020B0604020202020204" pitchFamily="34" charset="0"/>
              <a:buNone/>
            </a:pPr>
            <a:r>
              <a:rPr lang="en-US"/>
              <a:t>SmartArmor uses a low-cost EMG and IMU wearable with quality-gated signal processing and per-swing feature extraction.</a:t>
            </a:r>
          </a:p>
          <a:p>
            <a:pPr marL="0" indent="0">
              <a:spcBef>
                <a:spcPts val="2500"/>
              </a:spcBef>
              <a:buFont typeface="Arial" panose="020B0604020202020204" pitchFamily="34" charset="0"/>
              <a:buNone/>
            </a:pPr>
            <a:r>
              <a:rPr lang="en-US" b="1"/>
              <a:t>Key Innovations</a:t>
            </a:r>
          </a:p>
          <a:p>
            <a:pPr marL="0" lvl="1" indent="0">
              <a:buFont typeface="Arial" panose="020B0604020202020204" pitchFamily="34" charset="0"/>
              <a:buNone/>
            </a:pPr>
            <a:r>
              <a:rPr lang="en-US"/>
              <a:t>Incorporates quality-aware field EMG, stroke-aware load estimation, and personalized session modeling for fatigue prediction.</a:t>
            </a:r>
          </a:p>
          <a:p>
            <a:pPr marL="0" indent="0">
              <a:spcBef>
                <a:spcPts val="2500"/>
              </a:spcBef>
              <a:buFont typeface="Arial" panose="020B0604020202020204" pitchFamily="34" charset="0"/>
              <a:buNone/>
            </a:pPr>
            <a:r>
              <a:rPr lang="en-US" b="1"/>
              <a:t>Results and Impact</a:t>
            </a:r>
          </a:p>
          <a:p>
            <a:pPr marL="0" lvl="1" indent="0">
              <a:buFont typeface="Arial" panose="020B0604020202020204" pitchFamily="34" charset="0"/>
              <a:buNone/>
            </a:pPr>
            <a:r>
              <a:rPr lang="en-US"/>
              <a:t>Prototype validated with real data; aims to provide affordable readiness guidance to athletes, parents, and coaches.</a:t>
            </a:r>
          </a:p>
        </p:txBody>
      </p:sp>
    </p:spTree>
    <p:extLst>
      <p:ext uri="{BB962C8B-B14F-4D97-AF65-F5344CB8AC3E}">
        <p14:creationId xmlns:p14="http://schemas.microsoft.com/office/powerpoint/2010/main" val="746097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D_EBEBDE3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1814-D546-7FFE-3982-262B113BDC3D}"/>
              </a:ext>
            </a:extLst>
          </p:cNvPr>
          <p:cNvSpPr>
            <a:spLocks noGrp="1"/>
          </p:cNvSpPr>
          <p:nvPr>
            <p:ph type="title"/>
          </p:nvPr>
        </p:nvSpPr>
        <p:spPr>
          <a:xfrm>
            <a:off x="533400" y="533400"/>
            <a:ext cx="11125200" cy="953622"/>
          </a:xfrm>
        </p:spPr>
        <p:txBody>
          <a:bodyPr anchor="t">
            <a:normAutofit/>
          </a:bodyPr>
          <a:lstStyle/>
          <a:p>
            <a:r>
              <a:rPr lang="en-US"/>
              <a:t>References / Source Basis</a:t>
            </a:r>
          </a:p>
        </p:txBody>
      </p:sp>
      <p:graphicFrame>
        <p:nvGraphicFramePr>
          <p:cNvPr id="5" name="Content Placeholder 4">
            <a:extLst>
              <a:ext uri="{FF2B5EF4-FFF2-40B4-BE49-F238E27FC236}">
                <a16:creationId xmlns:a16="http://schemas.microsoft.com/office/drawing/2014/main" id="{328D6599-7641-42AF-802E-CB043AF590F8}"/>
              </a:ext>
            </a:extLst>
          </p:cNvPr>
          <p:cNvGraphicFramePr>
            <a:graphicFrameLocks noGrp="1"/>
          </p:cNvGraphicFramePr>
          <p:nvPr>
            <p:ph idx="1"/>
          </p:nvPr>
        </p:nvGraphicFramePr>
        <p:xfrm>
          <a:off x="533400" y="1673021"/>
          <a:ext cx="11125200" cy="4667814"/>
        </p:xfrm>
        <a:graphic>
          <a:graphicData uri="http://schemas.openxmlformats.org/drawingml/2006/table">
            <a:tbl>
              <a:tblPr firstRow="1" bandRow="1">
                <a:tableStyleId>{5C22544A-7EE6-4342-B048-85BDC9FD1C3A}</a:tableStyleId>
              </a:tblPr>
              <a:tblGrid>
                <a:gridCol w="4319062">
                  <a:extLst>
                    <a:ext uri="{9D8B030D-6E8A-4147-A177-3AD203B41FA5}">
                      <a16:colId xmlns:a16="http://schemas.microsoft.com/office/drawing/2014/main" val="1695813412"/>
                    </a:ext>
                  </a:extLst>
                </a:gridCol>
                <a:gridCol w="3356487">
                  <a:extLst>
                    <a:ext uri="{9D8B030D-6E8A-4147-A177-3AD203B41FA5}">
                      <a16:colId xmlns:a16="http://schemas.microsoft.com/office/drawing/2014/main" val="3402649083"/>
                    </a:ext>
                  </a:extLst>
                </a:gridCol>
                <a:gridCol w="3449652">
                  <a:extLst>
                    <a:ext uri="{9D8B030D-6E8A-4147-A177-3AD203B41FA5}">
                      <a16:colId xmlns:a16="http://schemas.microsoft.com/office/drawing/2014/main" val="2248431218"/>
                    </a:ext>
                  </a:extLst>
                </a:gridCol>
              </a:tblGrid>
              <a:tr h="364156">
                <a:tc>
                  <a:txBody>
                    <a:bodyPr/>
                    <a:lstStyle/>
                    <a:p>
                      <a:pPr>
                        <a:buNone/>
                      </a:pPr>
                      <a:r>
                        <a:rPr lang="en-US" sz="1600"/>
                        <a:t>Source</a:t>
                      </a:r>
                    </a:p>
                  </a:txBody>
                  <a:tcPr marL="82763" marR="82763" marT="41381" marB="41381" anchor="ctr"/>
                </a:tc>
                <a:tc>
                  <a:txBody>
                    <a:bodyPr/>
                    <a:lstStyle/>
                    <a:p>
                      <a:pPr>
                        <a:buNone/>
                      </a:pPr>
                      <a:r>
                        <a:rPr lang="en-US" sz="1600"/>
                        <a:t>Used For</a:t>
                      </a:r>
                    </a:p>
                  </a:txBody>
                  <a:tcPr marL="82763" marR="82763" marT="41381" marB="41381" anchor="ctr"/>
                </a:tc>
                <a:tc>
                  <a:txBody>
                    <a:bodyPr/>
                    <a:lstStyle/>
                    <a:p>
                      <a:pPr>
                        <a:buNone/>
                      </a:pPr>
                      <a:r>
                        <a:rPr lang="en-US" sz="1600"/>
                        <a:t>Key Contribution to Deck</a:t>
                      </a:r>
                    </a:p>
                  </a:txBody>
                  <a:tcPr marL="82763" marR="82763" marT="41381" marB="41381" anchor="ctr"/>
                </a:tc>
                <a:extLst>
                  <a:ext uri="{0D108BD9-81ED-4DB2-BD59-A6C34878D82A}">
                    <a16:rowId xmlns:a16="http://schemas.microsoft.com/office/drawing/2014/main" val="3252609828"/>
                  </a:ext>
                </a:extLst>
              </a:tr>
              <a:tr h="860732">
                <a:tc>
                  <a:txBody>
                    <a:bodyPr/>
                    <a:lstStyle/>
                    <a:p>
                      <a:pPr>
                        <a:buNone/>
                      </a:pPr>
                      <a:r>
                        <a:rPr lang="en-US" sz="1600"/>
                        <a:t>cast_submission.md / cast_submission.pdf</a:t>
                      </a:r>
                    </a:p>
                  </a:txBody>
                  <a:tcPr marL="82763" marR="82763" marT="41381" marB="41381" anchor="ctr"/>
                </a:tc>
                <a:tc>
                  <a:txBody>
                    <a:bodyPr/>
                    <a:lstStyle/>
                    <a:p>
                      <a:pPr>
                        <a:buNone/>
                      </a:pPr>
                      <a:r>
                        <a:rPr lang="en-US" sz="1600"/>
                        <a:t>Primary project summary.</a:t>
                      </a:r>
                    </a:p>
                  </a:txBody>
                  <a:tcPr marL="82763" marR="82763" marT="41381" marB="41381" anchor="ctr"/>
                </a:tc>
                <a:tc>
                  <a:txBody>
                    <a:bodyPr/>
                    <a:lstStyle/>
                    <a:p>
                      <a:pPr>
                        <a:buNone/>
                      </a:pPr>
                      <a:r>
                        <a:rPr lang="en-US" sz="1600"/>
                        <a:t>Problem statement, objectives, hardware, method, innovation, pilot results, impact, references.</a:t>
                      </a:r>
                    </a:p>
                  </a:txBody>
                  <a:tcPr marL="82763" marR="82763" marT="41381" marB="41381" anchor="ctr"/>
                </a:tc>
                <a:extLst>
                  <a:ext uri="{0D108BD9-81ED-4DB2-BD59-A6C34878D82A}">
                    <a16:rowId xmlns:a16="http://schemas.microsoft.com/office/drawing/2014/main" val="4032909727"/>
                  </a:ext>
                </a:extLst>
              </a:tr>
              <a:tr h="860732">
                <a:tc>
                  <a:txBody>
                    <a:bodyPr/>
                    <a:lstStyle/>
                    <a:p>
                      <a:pPr>
                        <a:buNone/>
                      </a:pPr>
                      <a:r>
                        <a:rPr lang="en-US" sz="1600"/>
                        <a:t>paper3_plan.md</a:t>
                      </a:r>
                    </a:p>
                  </a:txBody>
                  <a:tcPr marL="82763" marR="82763" marT="41381" marB="41381" anchor="ctr"/>
                </a:tc>
                <a:tc>
                  <a:txBody>
                    <a:bodyPr/>
                    <a:lstStyle/>
                    <a:p>
                      <a:pPr>
                        <a:buNone/>
                      </a:pPr>
                      <a:r>
                        <a:rPr lang="en-US" sz="1600"/>
                        <a:t>Research plan and scientific boundaries.</a:t>
                      </a:r>
                    </a:p>
                  </a:txBody>
                  <a:tcPr marL="82763" marR="82763" marT="41381" marB="41381" anchor="ctr"/>
                </a:tc>
                <a:tc>
                  <a:txBody>
                    <a:bodyPr/>
                    <a:lstStyle/>
                    <a:p>
                      <a:pPr>
                        <a:buNone/>
                      </a:pPr>
                      <a:r>
                        <a:rPr lang="en-US" sz="1600"/>
                        <a:t>Quality-aware longitudinal design, feature hierarchy, canonical labels, model baselines, roadmap.</a:t>
                      </a:r>
                    </a:p>
                  </a:txBody>
                  <a:tcPr marL="82763" marR="82763" marT="41381" marB="41381" anchor="ctr"/>
                </a:tc>
                <a:extLst>
                  <a:ext uri="{0D108BD9-81ED-4DB2-BD59-A6C34878D82A}">
                    <a16:rowId xmlns:a16="http://schemas.microsoft.com/office/drawing/2014/main" val="1035135807"/>
                  </a:ext>
                </a:extLst>
              </a:tr>
              <a:tr h="860732">
                <a:tc>
                  <a:txBody>
                    <a:bodyPr/>
                    <a:lstStyle/>
                    <a:p>
                      <a:pPr>
                        <a:buNone/>
                      </a:pPr>
                      <a:r>
                        <a:rPr lang="en-US" sz="1600"/>
                        <a:t>ML_FATIGUE_CLASSIFICATION.md</a:t>
                      </a:r>
                    </a:p>
                  </a:txBody>
                  <a:tcPr marL="82763" marR="82763" marT="41381" marB="41381" anchor="ctr"/>
                </a:tc>
                <a:tc>
                  <a:txBody>
                    <a:bodyPr/>
                    <a:lstStyle/>
                    <a:p>
                      <a:pPr>
                        <a:buNone/>
                      </a:pPr>
                      <a:r>
                        <a:rPr lang="en-US" sz="1600"/>
                        <a:t>Feature engineering and ML rationale.</a:t>
                      </a:r>
                    </a:p>
                  </a:txBody>
                  <a:tcPr marL="82763" marR="82763" marT="41381" marB="41381" anchor="ctr"/>
                </a:tc>
                <a:tc>
                  <a:txBody>
                    <a:bodyPr/>
                    <a:lstStyle/>
                    <a:p>
                      <a:pPr>
                        <a:buNone/>
                      </a:pPr>
                      <a:r>
                        <a:rPr lang="en-US" sz="1600"/>
                        <a:t>Why multifeature ML is needed for dynamic tennis EMG and what features are extracted.</a:t>
                      </a:r>
                    </a:p>
                  </a:txBody>
                  <a:tcPr marL="82763" marR="82763" marT="41381" marB="41381" anchor="ctr"/>
                </a:tc>
                <a:extLst>
                  <a:ext uri="{0D108BD9-81ED-4DB2-BD59-A6C34878D82A}">
                    <a16:rowId xmlns:a16="http://schemas.microsoft.com/office/drawing/2014/main" val="58386556"/>
                  </a:ext>
                </a:extLst>
              </a:tr>
              <a:tr h="860732">
                <a:tc>
                  <a:txBody>
                    <a:bodyPr/>
                    <a:lstStyle/>
                    <a:p>
                      <a:pPr>
                        <a:buNone/>
                      </a:pPr>
                      <a:r>
                        <a:rPr lang="en-US" sz="1600"/>
                        <a:t>ML_FATIGUE_CLASSIFICATION_PART2.md</a:t>
                      </a:r>
                    </a:p>
                  </a:txBody>
                  <a:tcPr marL="82763" marR="82763" marT="41381" marB="41381" anchor="ctr"/>
                </a:tc>
                <a:tc>
                  <a:txBody>
                    <a:bodyPr/>
                    <a:lstStyle/>
                    <a:p>
                      <a:pPr>
                        <a:buNone/>
                      </a:pPr>
                      <a:r>
                        <a:rPr lang="en-US" sz="1600"/>
                        <a:t>Implementation details and evaluation methods.</a:t>
                      </a:r>
                    </a:p>
                  </a:txBody>
                  <a:tcPr marL="82763" marR="82763" marT="41381" marB="41381" anchor="ctr"/>
                </a:tc>
                <a:tc>
                  <a:txBody>
                    <a:bodyPr/>
                    <a:lstStyle/>
                    <a:p>
                      <a:pPr>
                        <a:buNone/>
                      </a:pPr>
                      <a:r>
                        <a:rPr lang="en-US" sz="1600"/>
                        <a:t>Random Forest training, LOSO validation, metrics, and code-level feature extraction.</a:t>
                      </a:r>
                    </a:p>
                  </a:txBody>
                  <a:tcPr marL="82763" marR="82763" marT="41381" marB="41381" anchor="ctr"/>
                </a:tc>
                <a:extLst>
                  <a:ext uri="{0D108BD9-81ED-4DB2-BD59-A6C34878D82A}">
                    <a16:rowId xmlns:a16="http://schemas.microsoft.com/office/drawing/2014/main" val="1235426687"/>
                  </a:ext>
                </a:extLst>
              </a:tr>
              <a:tr h="860732">
                <a:tc>
                  <a:txBody>
                    <a:bodyPr/>
                    <a:lstStyle/>
                    <a:p>
                      <a:pPr>
                        <a:buNone/>
                      </a:pPr>
                      <a:r>
                        <a:rPr lang="en-US" sz="1600"/>
                        <a:t>Worklog</a:t>
                      </a:r>
                    </a:p>
                  </a:txBody>
                  <a:tcPr marL="82763" marR="82763" marT="41381" marB="41381" anchor="ctr"/>
                </a:tc>
                <a:tc>
                  <a:txBody>
                    <a:bodyPr/>
                    <a:lstStyle/>
                    <a:p>
                      <a:pPr>
                        <a:buNone/>
                      </a:pPr>
                      <a:r>
                        <a:rPr lang="en-US" sz="1600"/>
                        <a:t>Project status and file history.</a:t>
                      </a:r>
                    </a:p>
                  </a:txBody>
                  <a:tcPr marL="82763" marR="82763" marT="41381" marB="41381" anchor="ctr"/>
                </a:tc>
                <a:tc>
                  <a:txBody>
                    <a:bodyPr/>
                    <a:lstStyle/>
                    <a:p>
                      <a:pPr>
                        <a:buNone/>
                      </a:pPr>
                      <a:r>
                        <a:rPr lang="en-US" sz="1600"/>
                        <a:t>Confirmed final review status, CAST submission creation, and canonical plan consistency.</a:t>
                      </a:r>
                    </a:p>
                  </a:txBody>
                  <a:tcPr marL="82763" marR="82763" marT="41381" marB="41381" anchor="ctr"/>
                </a:tc>
                <a:extLst>
                  <a:ext uri="{0D108BD9-81ED-4DB2-BD59-A6C34878D82A}">
                    <a16:rowId xmlns:a16="http://schemas.microsoft.com/office/drawing/2014/main" val="2813275480"/>
                  </a:ext>
                </a:extLst>
              </a:tr>
            </a:tbl>
          </a:graphicData>
        </a:graphic>
      </p:graphicFrame>
    </p:spTree>
    <p:extLst>
      <p:ext uri="{BB962C8B-B14F-4D97-AF65-F5344CB8AC3E}">
        <p14:creationId xmlns:p14="http://schemas.microsoft.com/office/powerpoint/2010/main" val="3958103614"/>
      </p:ext>
    </p:extLst>
  </p:cSld>
  <p:clrMapOvr>
    <a:masterClrMapping/>
  </p:clrMapOvr>
  <p:transition>
    <p:fade/>
  </p:transition>
</p:sld>
</file>

<file path=ppt/slides/slide_A01_FB6FA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A09A3-EF7F-BFF5-3FB0-1398639B9668}"/>
              </a:ext>
            </a:extLst>
          </p:cNvPr>
          <p:cNvSpPr>
            <a:spLocks noGrp="1"/>
          </p:cNvSpPr>
          <p:nvPr>
            <p:ph type="ctrTitle"/>
          </p:nvPr>
        </p:nvSpPr>
        <p:spPr>
          <a:xfrm>
            <a:off x="7922590" y="3070307"/>
            <a:ext cx="3736010" cy="2845567"/>
          </a:xfrm>
        </p:spPr>
        <p:txBody>
          <a:bodyPr anchor="b">
            <a:normAutofit/>
          </a:bodyPr>
          <a:lstStyle/>
          <a:p>
            <a:r>
              <a:rPr lang="en-US"/>
              <a:t>SmartArmor: Concise Research Summary</a:t>
            </a:r>
          </a:p>
        </p:txBody>
      </p:sp>
      <p:sp>
        <p:nvSpPr>
          <p:cNvPr id="3" name="Subtitle 2">
            <a:extLst>
              <a:ext uri="{FF2B5EF4-FFF2-40B4-BE49-F238E27FC236}">
                <a16:creationId xmlns:a16="http://schemas.microsoft.com/office/drawing/2014/main" id="{D5F287C9-A792-7D9C-2AEF-17777F3DA032}"/>
              </a:ext>
            </a:extLst>
          </p:cNvPr>
          <p:cNvSpPr>
            <a:spLocks noGrp="1"/>
          </p:cNvSpPr>
          <p:nvPr>
            <p:ph type="subTitle" idx="1"/>
          </p:nvPr>
        </p:nvSpPr>
        <p:spPr>
          <a:xfrm>
            <a:off x="7928685" y="568036"/>
            <a:ext cx="3729915" cy="1123122"/>
          </a:xfrm>
        </p:spPr>
        <p:txBody>
          <a:bodyPr>
            <a:normAutofit/>
          </a:bodyPr>
          <a:lstStyle/>
          <a:p>
            <a:pPr>
              <a:lnSpc>
                <a:spcPct val="110000"/>
              </a:lnSpc>
            </a:pPr>
            <a:r>
              <a:rPr lang="en-US"/>
              <a:t>Overview of innovative protective technology research</a:t>
            </a:r>
          </a:p>
        </p:txBody>
      </p:sp>
      <p:pic>
        <p:nvPicPr>
          <p:cNvPr id="4" name="Picture 3" descr="Conceptual image of supercomputer, 3D generated image.">
            <a:extLst>
              <a:ext uri="{FF2B5EF4-FFF2-40B4-BE49-F238E27FC236}">
                <a16:creationId xmlns:a16="http://schemas.microsoft.com/office/drawing/2014/main" id="{94A9409E-AB83-4426-AC56-C3B1D5C47BDA}"/>
              </a:ext>
            </a:extLst>
          </p:cNvPr>
          <p:cNvPicPr>
            <a:picLocks noChangeAspect="1"/>
          </p:cNvPicPr>
          <p:nvPr/>
        </p:nvPicPr>
        <p:blipFill>
          <a:blip r:embed="rId3"/>
          <a:srcRect l="17106" r="21378" b="2"/>
          <a:stretch>
            <a:fillRect/>
          </a:stretch>
        </p:blipFill>
        <p:spPr>
          <a:xfrm>
            <a:off x="152399" y="164720"/>
            <a:ext cx="6016752"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p:spPr>
      </p:pic>
    </p:spTree>
    <p:extLst>
      <p:ext uri="{BB962C8B-B14F-4D97-AF65-F5344CB8AC3E}">
        <p14:creationId xmlns:p14="http://schemas.microsoft.com/office/powerpoint/2010/main" val="421840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8DE027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5B35A-4D02-F41C-5F5E-D91488612FAA}"/>
              </a:ext>
            </a:extLst>
          </p:cNvPr>
          <p:cNvSpPr>
            <a:spLocks noGrp="1"/>
          </p:cNvSpPr>
          <p:nvPr>
            <p:ph type="ctrTitle"/>
          </p:nvPr>
        </p:nvSpPr>
        <p:spPr>
          <a:xfrm>
            <a:off x="533400" y="533400"/>
            <a:ext cx="7991856" cy="5791200"/>
          </a:xfrm>
        </p:spPr>
        <p:txBody>
          <a:bodyPr anchor="ctr">
            <a:normAutofit/>
          </a:bodyPr>
          <a:lstStyle/>
          <a:p>
            <a:r>
              <a:rPr lang="en-US"/>
              <a:t>SmartArmor: Concise Research Summary</a:t>
            </a:r>
          </a:p>
        </p:txBody>
      </p:sp>
    </p:spTree>
    <p:extLst>
      <p:ext uri="{BB962C8B-B14F-4D97-AF65-F5344CB8AC3E}">
        <p14:creationId xmlns:p14="http://schemas.microsoft.com/office/powerpoint/2010/main" val="2380277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4B1C8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6F51B-D7A1-9937-A6BA-FAF089A31C58}"/>
              </a:ext>
            </a:extLst>
          </p:cNvPr>
          <p:cNvSpPr>
            <a:spLocks noGrp="1"/>
          </p:cNvSpPr>
          <p:nvPr>
            <p:ph type="title"/>
          </p:nvPr>
        </p:nvSpPr>
        <p:spPr>
          <a:xfrm>
            <a:off x="533401" y="533400"/>
            <a:ext cx="4751831" cy="1066800"/>
          </a:xfrm>
        </p:spPr>
        <p:txBody>
          <a:bodyPr anchor="t">
            <a:normAutofit/>
          </a:bodyPr>
          <a:lstStyle/>
          <a:p>
            <a:r>
              <a:rPr lang="en-US"/>
              <a:t>Problem / Research Question</a:t>
            </a:r>
          </a:p>
        </p:txBody>
      </p:sp>
      <p:pic>
        <p:nvPicPr>
          <p:cNvPr id="5" name="Content Placeholder 4" descr="Mid Adult Man Checking Smart Watch During Sport Activity">
            <a:extLst>
              <a:ext uri="{FF2B5EF4-FFF2-40B4-BE49-F238E27FC236}">
                <a16:creationId xmlns:a16="http://schemas.microsoft.com/office/drawing/2014/main" id="{71F3756C-CC34-4BF2-BAC5-44BDFB84CAF1}"/>
              </a:ext>
            </a:extLst>
          </p:cNvPr>
          <p:cNvPicPr>
            <a:picLocks noGrp="1" noChangeAspect="1"/>
          </p:cNvPicPr>
          <p:nvPr>
            <p:ph type="pic" sz="quarter" idx="13"/>
          </p:nvPr>
        </p:nvPicPr>
        <p:blipFill>
          <a:blip r:embed="rId3"/>
          <a:srcRect l="19986" r="7737" b="1"/>
          <a:stretch>
            <a:fillRect/>
          </a:stretch>
        </p:blipFill>
        <p:spPr>
          <a:xfrm>
            <a:off x="152400" y="1965325"/>
            <a:ext cx="5132831" cy="4740275"/>
          </a:xfrm>
        </p:spPr>
      </p:pic>
      <p:sp>
        <p:nvSpPr>
          <p:cNvPr id="4" name="Content Placeholder 3">
            <a:extLst>
              <a:ext uri="{FF2B5EF4-FFF2-40B4-BE49-F238E27FC236}">
                <a16:creationId xmlns:a16="http://schemas.microsoft.com/office/drawing/2014/main" id="{D354EE10-BCA6-5188-7C32-AC2D53D5509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533401"/>
            <a:ext cx="5753037" cy="5806472"/>
          </a:xfrm>
        </p:spPr>
        <p:txBody>
          <a:bodyPr>
            <a:normAutofit/>
          </a:bodyPr>
          <a:lstStyle/>
          <a:p>
            <a:pPr marL="0" indent="0">
              <a:spcBef>
                <a:spcPts val="2500"/>
              </a:spcBef>
              <a:buFont typeface="Arial" panose="020B0604020202020204" pitchFamily="34" charset="0"/>
              <a:buNone/>
            </a:pPr>
            <a:r>
              <a:rPr lang="en-US" b="1"/>
              <a:t>Overuse Injury Mechanism</a:t>
            </a:r>
          </a:p>
          <a:p>
            <a:pPr marL="0" lvl="1" indent="0">
              <a:buFont typeface="Arial" panose="020B0604020202020204" pitchFamily="34" charset="0"/>
              <a:buNone/>
            </a:pPr>
            <a:r>
              <a:rPr lang="en-US"/>
              <a:t>Repeated arm load exceeding recovery capacity causes gradual upper-extremity overuse injuries in youth tennis players.</a:t>
            </a:r>
          </a:p>
          <a:p>
            <a:pPr marL="0" indent="0">
              <a:spcBef>
                <a:spcPts val="2500"/>
              </a:spcBef>
              <a:buFont typeface="Arial" panose="020B0604020202020204" pitchFamily="34" charset="0"/>
              <a:buNone/>
            </a:pPr>
            <a:r>
              <a:rPr lang="en-US" b="1"/>
              <a:t>Limitations of Current Tools</a:t>
            </a:r>
          </a:p>
          <a:p>
            <a:pPr marL="0" lvl="1" indent="0">
              <a:buFont typeface="Arial" panose="020B0604020202020204" pitchFamily="34" charset="0"/>
              <a:buNone/>
            </a:pPr>
            <a:r>
              <a:rPr lang="en-US"/>
              <a:t>Professional EMG systems are costly and complex, while consumer fitness devices lack direct forearm muscle fatigue data.</a:t>
            </a:r>
          </a:p>
          <a:p>
            <a:pPr marL="0" indent="0">
              <a:spcBef>
                <a:spcPts val="2500"/>
              </a:spcBef>
              <a:buFont typeface="Arial" panose="020B0604020202020204" pitchFamily="34" charset="0"/>
              <a:buNone/>
            </a:pPr>
            <a:r>
              <a:rPr lang="en-US" b="1"/>
              <a:t>Research Question Focus</a:t>
            </a:r>
          </a:p>
          <a:p>
            <a:pPr marL="0" lvl="1" indent="0">
              <a:buFont typeface="Arial" panose="020B0604020202020204" pitchFamily="34" charset="0"/>
              <a:buNone/>
            </a:pPr>
            <a:r>
              <a:rPr lang="en-US"/>
              <a:t>Can a low-cost, field-deployable sEMG and IMU system provide personalized forearm load biomarkers and predict soreness?</a:t>
            </a:r>
          </a:p>
          <a:p>
            <a:pPr marL="0" indent="0">
              <a:spcBef>
                <a:spcPts val="2500"/>
              </a:spcBef>
              <a:buFont typeface="Arial" panose="020B0604020202020204" pitchFamily="34" charset="0"/>
              <a:buNone/>
            </a:pPr>
            <a:r>
              <a:rPr lang="en-US" b="1"/>
              <a:t>Fatigue Awareness vs Diagnosis</a:t>
            </a:r>
          </a:p>
          <a:p>
            <a:pPr marL="0" lvl="1" indent="0">
              <a:buFont typeface="Arial" panose="020B0604020202020204" pitchFamily="34" charset="0"/>
              <a:buNone/>
            </a:pPr>
            <a:r>
              <a:rPr lang="en-US"/>
              <a:t>SmartArmor targets early-warning signs like soreness and load spikes instead of medical injury diagnosis.</a:t>
            </a:r>
          </a:p>
        </p:txBody>
      </p:sp>
    </p:spTree>
    <p:extLst>
      <p:ext uri="{BB962C8B-B14F-4D97-AF65-F5344CB8AC3E}">
        <p14:creationId xmlns:p14="http://schemas.microsoft.com/office/powerpoint/2010/main" val="787601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DE7730A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0CF34-705F-B1F4-A5E6-57CC877AE948}"/>
              </a:ext>
            </a:extLst>
          </p:cNvPr>
          <p:cNvSpPr>
            <a:spLocks noGrp="1"/>
          </p:cNvSpPr>
          <p:nvPr>
            <p:ph type="title"/>
          </p:nvPr>
        </p:nvSpPr>
        <p:spPr>
          <a:xfrm>
            <a:off x="533400" y="533400"/>
            <a:ext cx="11125200" cy="953622"/>
          </a:xfrm>
        </p:spPr>
        <p:txBody>
          <a:bodyPr anchor="t">
            <a:normAutofit/>
          </a:bodyPr>
          <a:lstStyle/>
          <a:p>
            <a:r>
              <a:rPr lang="en-US"/>
              <a:t>Approach: Three-Layer Wearable AI System</a:t>
            </a:r>
          </a:p>
        </p:txBody>
      </p:sp>
      <p:graphicFrame>
        <p:nvGraphicFramePr>
          <p:cNvPr id="5" name="Content Placeholder 4">
            <a:extLst>
              <a:ext uri="{FF2B5EF4-FFF2-40B4-BE49-F238E27FC236}">
                <a16:creationId xmlns:a16="http://schemas.microsoft.com/office/drawing/2014/main" id="{BB06D0D7-C0D6-4A70-B4A0-D1ACC642588A}"/>
              </a:ext>
            </a:extLst>
          </p:cNvPr>
          <p:cNvGraphicFramePr>
            <a:graphicFrameLocks noGrp="1"/>
          </p:cNvGraphicFramePr>
          <p:nvPr>
            <p:ph idx="1"/>
          </p:nvPr>
        </p:nvGraphicFramePr>
        <p:xfrm>
          <a:off x="533400" y="1858807"/>
          <a:ext cx="11125200" cy="4296241"/>
        </p:xfrm>
        <a:graphic>
          <a:graphicData uri="http://schemas.openxmlformats.org/drawingml/2006/table">
            <a:tbl>
              <a:tblPr firstRow="1" bandRow="1">
                <a:tableStyleId>{5C22544A-7EE6-4342-B048-85BDC9FD1C3A}</a:tableStyleId>
              </a:tblPr>
              <a:tblGrid>
                <a:gridCol w="3660430">
                  <a:extLst>
                    <a:ext uri="{9D8B030D-6E8A-4147-A177-3AD203B41FA5}">
                      <a16:colId xmlns:a16="http://schemas.microsoft.com/office/drawing/2014/main" val="633469614"/>
                    </a:ext>
                  </a:extLst>
                </a:gridCol>
                <a:gridCol w="3727434">
                  <a:extLst>
                    <a:ext uri="{9D8B030D-6E8A-4147-A177-3AD203B41FA5}">
                      <a16:colId xmlns:a16="http://schemas.microsoft.com/office/drawing/2014/main" val="2865740686"/>
                    </a:ext>
                  </a:extLst>
                </a:gridCol>
                <a:gridCol w="3737337">
                  <a:extLst>
                    <a:ext uri="{9D8B030D-6E8A-4147-A177-3AD203B41FA5}">
                      <a16:colId xmlns:a16="http://schemas.microsoft.com/office/drawing/2014/main" val="618648357"/>
                    </a:ext>
                  </a:extLst>
                </a:gridCol>
              </a:tblGrid>
              <a:tr h="397132">
                <a:tc>
                  <a:txBody>
                    <a:bodyPr/>
                    <a:lstStyle/>
                    <a:p>
                      <a:pPr>
                        <a:buNone/>
                      </a:pPr>
                      <a:r>
                        <a:rPr lang="en-US" sz="1800"/>
                        <a:t>Layer</a:t>
                      </a:r>
                    </a:p>
                  </a:txBody>
                  <a:tcPr marL="90257" marR="90257" marT="45129" marB="45129" anchor="ctr"/>
                </a:tc>
                <a:tc>
                  <a:txBody>
                    <a:bodyPr/>
                    <a:lstStyle/>
                    <a:p>
                      <a:pPr>
                        <a:buNone/>
                      </a:pPr>
                      <a:r>
                        <a:rPr lang="en-US" sz="1800"/>
                        <a:t>Role in SmartArmor</a:t>
                      </a:r>
                    </a:p>
                  </a:txBody>
                  <a:tcPr marL="90257" marR="90257" marT="45129" marB="45129" anchor="ctr"/>
                </a:tc>
                <a:tc>
                  <a:txBody>
                    <a:bodyPr/>
                    <a:lstStyle/>
                    <a:p>
                      <a:pPr>
                        <a:buNone/>
                      </a:pPr>
                      <a:r>
                        <a:rPr lang="en-US" sz="1800"/>
                        <a:t>Key Outputs</a:t>
                      </a:r>
                    </a:p>
                  </a:txBody>
                  <a:tcPr marL="90257" marR="90257" marT="45129" marB="45129" anchor="ctr"/>
                </a:tc>
                <a:extLst>
                  <a:ext uri="{0D108BD9-81ED-4DB2-BD59-A6C34878D82A}">
                    <a16:rowId xmlns:a16="http://schemas.microsoft.com/office/drawing/2014/main" val="3630712074"/>
                  </a:ext>
                </a:extLst>
              </a:tr>
              <a:tr h="1480218">
                <a:tc>
                  <a:txBody>
                    <a:bodyPr/>
                    <a:lstStyle/>
                    <a:p>
                      <a:pPr>
                        <a:buNone/>
                      </a:pPr>
                      <a:r>
                        <a:rPr lang="en-US" sz="1800"/>
                        <a:t>Wearable sensor node</a:t>
                      </a:r>
                    </a:p>
                  </a:txBody>
                  <a:tcPr marL="90257" marR="90257" marT="45129" marB="45129" anchor="ctr"/>
                </a:tc>
                <a:tc>
                  <a:txBody>
                    <a:bodyPr/>
                    <a:lstStyle/>
                    <a:p>
                      <a:pPr>
                        <a:buNone/>
                      </a:pPr>
                      <a:r>
                        <a:rPr lang="en-US" sz="1800"/>
                        <a:t>Collects local muscle and motion data during real tennis practice using MyoWare EMG, ICM-20948 IMU, ESP32 BLE streaming, and battery power.</a:t>
                      </a:r>
                    </a:p>
                  </a:txBody>
                  <a:tcPr marL="90257" marR="90257" marT="45129" marB="45129" anchor="ctr"/>
                </a:tc>
                <a:tc>
                  <a:txBody>
                    <a:bodyPr/>
                    <a:lstStyle/>
                    <a:p>
                      <a:pPr>
                        <a:buNone/>
                      </a:pPr>
                      <a:r>
                        <a:rPr lang="en-US" sz="1800"/>
                        <a:t>RAW EMG, envelope EMG, acceleration, gyroscope data, timestamped practice-session logs.</a:t>
                      </a:r>
                    </a:p>
                  </a:txBody>
                  <a:tcPr marL="90257" marR="90257" marT="45129" marB="45129" anchor="ctr"/>
                </a:tc>
                <a:extLst>
                  <a:ext uri="{0D108BD9-81ED-4DB2-BD59-A6C34878D82A}">
                    <a16:rowId xmlns:a16="http://schemas.microsoft.com/office/drawing/2014/main" val="1805114686"/>
                  </a:ext>
                </a:extLst>
              </a:tr>
              <a:tr h="1209447">
                <a:tc>
                  <a:txBody>
                    <a:bodyPr/>
                    <a:lstStyle/>
                    <a:p>
                      <a:pPr>
                        <a:buNone/>
                      </a:pPr>
                      <a:r>
                        <a:rPr lang="en-US" sz="1800"/>
                        <a:t>Signal processing pipeline</a:t>
                      </a:r>
                    </a:p>
                  </a:txBody>
                  <a:tcPr marL="90257" marR="90257" marT="45129" marB="45129" anchor="ctr"/>
                </a:tc>
                <a:tc>
                  <a:txBody>
                    <a:bodyPr/>
                    <a:lstStyle/>
                    <a:p>
                      <a:pPr>
                        <a:buNone/>
                      </a:pPr>
                      <a:r>
                        <a:rPr lang="en-US" sz="1800"/>
                        <a:t>Filters EMG, detects swing windows from gyroscope peaks, extracts per-swing features, and applies session quality scoring.</a:t>
                      </a:r>
                    </a:p>
                  </a:txBody>
                  <a:tcPr marL="90257" marR="90257" marT="45129" marB="45129" anchor="ctr"/>
                </a:tc>
                <a:tc>
                  <a:txBody>
                    <a:bodyPr/>
                    <a:lstStyle/>
                    <a:p>
                      <a:pPr>
                        <a:buNone/>
                      </a:pPr>
                      <a:r>
                        <a:rPr lang="en-US" sz="1800"/>
                        <a:t>18-feature swing vectors, swing count, load summaries, usable/questionable/reject quality flags.</a:t>
                      </a:r>
                    </a:p>
                  </a:txBody>
                  <a:tcPr marL="90257" marR="90257" marT="45129" marB="45129" anchor="ctr"/>
                </a:tc>
                <a:extLst>
                  <a:ext uri="{0D108BD9-81ED-4DB2-BD59-A6C34878D82A}">
                    <a16:rowId xmlns:a16="http://schemas.microsoft.com/office/drawing/2014/main" val="2171546352"/>
                  </a:ext>
                </a:extLst>
              </a:tr>
              <a:tr h="1209447">
                <a:tc>
                  <a:txBody>
                    <a:bodyPr/>
                    <a:lstStyle/>
                    <a:p>
                      <a:pPr>
                        <a:buNone/>
                      </a:pPr>
                      <a:r>
                        <a:rPr lang="en-US" sz="1800"/>
                        <a:t>Personalized AI model</a:t>
                      </a:r>
                    </a:p>
                  </a:txBody>
                  <a:tcPr marL="90257" marR="90257" marT="45129" marB="45129" anchor="ctr"/>
                </a:tc>
                <a:tc>
                  <a:txBody>
                    <a:bodyPr/>
                    <a:lstStyle/>
                    <a:p>
                      <a:pPr>
                        <a:buNone/>
                      </a:pPr>
                      <a:r>
                        <a:rPr lang="en-US" sz="1800"/>
                        <a:t>Combines per-swing load proxies and cross-session workload features to model one athlete’s load-to-recovery pattern.</a:t>
                      </a:r>
                    </a:p>
                  </a:txBody>
                  <a:tcPr marL="90257" marR="90257" marT="45129" marB="45129" anchor="ctr"/>
                </a:tc>
                <a:tc>
                  <a:txBody>
                    <a:bodyPr/>
                    <a:lstStyle/>
                    <a:p>
                      <a:pPr>
                        <a:buNone/>
                      </a:pPr>
                      <a:r>
                        <a:rPr lang="en-US" sz="1800"/>
                        <a:t>Late-session load depth, high-load swing fraction, predicted next-morning soreness, predicted next-session readiness.</a:t>
                      </a:r>
                    </a:p>
                  </a:txBody>
                  <a:tcPr marL="90257" marR="90257" marT="45129" marB="45129" anchor="ctr"/>
                </a:tc>
                <a:extLst>
                  <a:ext uri="{0D108BD9-81ED-4DB2-BD59-A6C34878D82A}">
                    <a16:rowId xmlns:a16="http://schemas.microsoft.com/office/drawing/2014/main" val="3566672002"/>
                  </a:ext>
                </a:extLst>
              </a:tr>
            </a:tbl>
          </a:graphicData>
        </a:graphic>
      </p:graphicFrame>
    </p:spTree>
    <p:extLst>
      <p:ext uri="{BB962C8B-B14F-4D97-AF65-F5344CB8AC3E}">
        <p14:creationId xmlns:p14="http://schemas.microsoft.com/office/powerpoint/2010/main" val="3732353197"/>
      </p:ext>
    </p:extLst>
  </p:cSld>
  <p:clrMapOvr>
    <a:masterClrMapping/>
  </p:clrMapOvr>
  <p:transition>
    <p:fade/>
  </p:transition>
</p:sld>
</file>

<file path=ppt/slides/slide_A05_1EBA9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025A-30A0-FC93-CF2A-04FDF6DA1319}"/>
              </a:ext>
            </a:extLst>
          </p:cNvPr>
          <p:cNvSpPr>
            <a:spLocks noGrp="1"/>
          </p:cNvSpPr>
          <p:nvPr>
            <p:ph type="title"/>
          </p:nvPr>
        </p:nvSpPr>
        <p:spPr>
          <a:xfrm>
            <a:off x="533400" y="533400"/>
            <a:ext cx="11125200" cy="953622"/>
          </a:xfrm>
        </p:spPr>
        <p:txBody>
          <a:bodyPr anchor="t">
            <a:normAutofit/>
          </a:bodyPr>
          <a:lstStyle/>
          <a:p>
            <a:r>
              <a:rPr lang="en-US"/>
              <a:t>Approach: Hardware and Data Capture</a:t>
            </a:r>
          </a:p>
        </p:txBody>
      </p:sp>
      <p:graphicFrame>
        <p:nvGraphicFramePr>
          <p:cNvPr id="5" name="Content Placeholder 4">
            <a:extLst>
              <a:ext uri="{FF2B5EF4-FFF2-40B4-BE49-F238E27FC236}">
                <a16:creationId xmlns:a16="http://schemas.microsoft.com/office/drawing/2014/main" id="{26D000ED-9CFD-4072-A362-CE1777A7A274}"/>
              </a:ext>
            </a:extLst>
          </p:cNvPr>
          <p:cNvGraphicFramePr>
            <a:graphicFrameLocks noGrp="1"/>
          </p:cNvGraphicFramePr>
          <p:nvPr>
            <p:ph idx="1"/>
          </p:nvPr>
        </p:nvGraphicFramePr>
        <p:xfrm>
          <a:off x="533400" y="1745088"/>
          <a:ext cx="11125200" cy="4523679"/>
        </p:xfrm>
        <a:graphic>
          <a:graphicData uri="http://schemas.openxmlformats.org/drawingml/2006/table">
            <a:tbl>
              <a:tblPr firstRow="1" bandRow="1">
                <a:tableStyleId>{5C22544A-7EE6-4342-B048-85BDC9FD1C3A}</a:tableStyleId>
              </a:tblPr>
              <a:tblGrid>
                <a:gridCol w="3640086">
                  <a:extLst>
                    <a:ext uri="{9D8B030D-6E8A-4147-A177-3AD203B41FA5}">
                      <a16:colId xmlns:a16="http://schemas.microsoft.com/office/drawing/2014/main" val="2794007622"/>
                    </a:ext>
                  </a:extLst>
                </a:gridCol>
                <a:gridCol w="3732211">
                  <a:extLst>
                    <a:ext uri="{9D8B030D-6E8A-4147-A177-3AD203B41FA5}">
                      <a16:colId xmlns:a16="http://schemas.microsoft.com/office/drawing/2014/main" val="3972884060"/>
                    </a:ext>
                  </a:extLst>
                </a:gridCol>
                <a:gridCol w="3752904">
                  <a:extLst>
                    <a:ext uri="{9D8B030D-6E8A-4147-A177-3AD203B41FA5}">
                      <a16:colId xmlns:a16="http://schemas.microsoft.com/office/drawing/2014/main" val="2522230517"/>
                    </a:ext>
                  </a:extLst>
                </a:gridCol>
              </a:tblGrid>
              <a:tr h="394925">
                <a:tc>
                  <a:txBody>
                    <a:bodyPr/>
                    <a:lstStyle/>
                    <a:p>
                      <a:pPr>
                        <a:buNone/>
                      </a:pPr>
                      <a:r>
                        <a:rPr lang="en-US" sz="1800"/>
                        <a:t>Hardware Component</a:t>
                      </a:r>
                    </a:p>
                  </a:txBody>
                  <a:tcPr marL="89756" marR="89756" marT="44878" marB="44878" anchor="ctr"/>
                </a:tc>
                <a:tc>
                  <a:txBody>
                    <a:bodyPr/>
                    <a:lstStyle/>
                    <a:p>
                      <a:pPr>
                        <a:buNone/>
                      </a:pPr>
                      <a:r>
                        <a:rPr lang="en-US" sz="1800"/>
                        <a:t>Purpose</a:t>
                      </a:r>
                    </a:p>
                  </a:txBody>
                  <a:tcPr marL="89756" marR="89756" marT="44878" marB="44878" anchor="ctr"/>
                </a:tc>
                <a:tc>
                  <a:txBody>
                    <a:bodyPr/>
                    <a:lstStyle/>
                    <a:p>
                      <a:pPr>
                        <a:buNone/>
                      </a:pPr>
                      <a:r>
                        <a:rPr lang="en-US" sz="1800"/>
                        <a:t>Important Detail</a:t>
                      </a:r>
                    </a:p>
                  </a:txBody>
                  <a:tcPr marL="89756" marR="89756" marT="44878" marB="44878" anchor="ctr"/>
                </a:tc>
                <a:extLst>
                  <a:ext uri="{0D108BD9-81ED-4DB2-BD59-A6C34878D82A}">
                    <a16:rowId xmlns:a16="http://schemas.microsoft.com/office/drawing/2014/main" val="3330861940"/>
                  </a:ext>
                </a:extLst>
              </a:tr>
              <a:tr h="933458">
                <a:tc>
                  <a:txBody>
                    <a:bodyPr/>
                    <a:lstStyle/>
                    <a:p>
                      <a:pPr>
                        <a:buNone/>
                      </a:pPr>
                      <a:r>
                        <a:rPr lang="en-US" sz="1800"/>
                        <a:t>MyoWare 2.0 EMG sensor</a:t>
                      </a:r>
                    </a:p>
                  </a:txBody>
                  <a:tcPr marL="89756" marR="89756" marT="44878" marB="44878" anchor="ctr"/>
                </a:tc>
                <a:tc>
                  <a:txBody>
                    <a:bodyPr/>
                    <a:lstStyle/>
                    <a:p>
                      <a:pPr>
                        <a:buNone/>
                      </a:pPr>
                      <a:r>
                        <a:rPr lang="en-US" sz="1800"/>
                        <a:t>Records forearm muscle electrical activity from surface electrodes.</a:t>
                      </a:r>
                    </a:p>
                  </a:txBody>
                  <a:tcPr marL="89756" marR="89756" marT="44878" marB="44878" anchor="ctr"/>
                </a:tc>
                <a:tc>
                  <a:txBody>
                    <a:bodyPr/>
                    <a:lstStyle/>
                    <a:p>
                      <a:pPr>
                        <a:buNone/>
                      </a:pPr>
                      <a:r>
                        <a:rPr lang="en-US" sz="1800"/>
                        <a:t>RAW EMG supports frequency-domain biomarkers such as median frequency.</a:t>
                      </a:r>
                    </a:p>
                  </a:txBody>
                  <a:tcPr marL="89756" marR="89756" marT="44878" marB="44878" anchor="ctr"/>
                </a:tc>
                <a:extLst>
                  <a:ext uri="{0D108BD9-81ED-4DB2-BD59-A6C34878D82A}">
                    <a16:rowId xmlns:a16="http://schemas.microsoft.com/office/drawing/2014/main" val="3897402707"/>
                  </a:ext>
                </a:extLst>
              </a:tr>
              <a:tr h="1202725">
                <a:tc>
                  <a:txBody>
                    <a:bodyPr/>
                    <a:lstStyle/>
                    <a:p>
                      <a:pPr>
                        <a:buNone/>
                      </a:pPr>
                      <a:r>
                        <a:rPr lang="en-US" sz="1800"/>
                        <a:t>ICM-20948 IMU</a:t>
                      </a:r>
                    </a:p>
                  </a:txBody>
                  <a:tcPr marL="89756" marR="89756" marT="44878" marB="44878" anchor="ctr"/>
                </a:tc>
                <a:tc>
                  <a:txBody>
                    <a:bodyPr/>
                    <a:lstStyle/>
                    <a:p>
                      <a:pPr>
                        <a:buNone/>
                      </a:pPr>
                      <a:r>
                        <a:rPr lang="en-US" sz="1800"/>
                        <a:t>Captures acceleration and gyroscope signals for swing detection and mechanical-load estimation.</a:t>
                      </a:r>
                    </a:p>
                  </a:txBody>
                  <a:tcPr marL="89756" marR="89756" marT="44878" marB="44878" anchor="ctr"/>
                </a:tc>
                <a:tc>
                  <a:txBody>
                    <a:bodyPr/>
                    <a:lstStyle/>
                    <a:p>
                      <a:pPr>
                        <a:buNone/>
                      </a:pPr>
                      <a:r>
                        <a:rPr lang="en-US" sz="1800"/>
                        <a:t>Used to identify tennis swings and estimate serve-like versus groundstroke-like load patterns.</a:t>
                      </a:r>
                    </a:p>
                  </a:txBody>
                  <a:tcPr marL="89756" marR="89756" marT="44878" marB="44878" anchor="ctr"/>
                </a:tc>
                <a:extLst>
                  <a:ext uri="{0D108BD9-81ED-4DB2-BD59-A6C34878D82A}">
                    <a16:rowId xmlns:a16="http://schemas.microsoft.com/office/drawing/2014/main" val="2739197401"/>
                  </a:ext>
                </a:extLst>
              </a:tr>
              <a:tr h="664192">
                <a:tc>
                  <a:txBody>
                    <a:bodyPr/>
                    <a:lstStyle/>
                    <a:p>
                      <a:pPr>
                        <a:buNone/>
                      </a:pPr>
                      <a:r>
                        <a:rPr lang="en-US" sz="1800"/>
                        <a:t>ESP32 microcontroller</a:t>
                      </a:r>
                    </a:p>
                  </a:txBody>
                  <a:tcPr marL="89756" marR="89756" marT="44878" marB="44878" anchor="ctr"/>
                </a:tc>
                <a:tc>
                  <a:txBody>
                    <a:bodyPr/>
                    <a:lstStyle/>
                    <a:p>
                      <a:pPr>
                        <a:buNone/>
                      </a:pPr>
                      <a:r>
                        <a:rPr lang="en-US" sz="1800"/>
                        <a:t>Streams synchronized sensor data using Bluetooth Low Energy.</a:t>
                      </a:r>
                    </a:p>
                  </a:txBody>
                  <a:tcPr marL="89756" marR="89756" marT="44878" marB="44878" anchor="ctr"/>
                </a:tc>
                <a:tc>
                  <a:txBody>
                    <a:bodyPr/>
                    <a:lstStyle/>
                    <a:p>
                      <a:pPr>
                        <a:buNone/>
                      </a:pPr>
                      <a:r>
                        <a:rPr lang="en-US" sz="1800"/>
                        <a:t>Supports EMG at 2,000 Hz and IMU at 200 Hz in the project design.</a:t>
                      </a:r>
                    </a:p>
                  </a:txBody>
                  <a:tcPr marL="89756" marR="89756" marT="44878" marB="44878" anchor="ctr"/>
                </a:tc>
                <a:extLst>
                  <a:ext uri="{0D108BD9-81ED-4DB2-BD59-A6C34878D82A}">
                    <a16:rowId xmlns:a16="http://schemas.microsoft.com/office/drawing/2014/main" val="990395239"/>
                  </a:ext>
                </a:extLst>
              </a:tr>
              <a:tr h="664192">
                <a:tc>
                  <a:txBody>
                    <a:bodyPr/>
                    <a:lstStyle/>
                    <a:p>
                      <a:pPr>
                        <a:buNone/>
                      </a:pPr>
                      <a:r>
                        <a:rPr lang="en-US" sz="1800"/>
                        <a:t>LiPo battery</a:t>
                      </a:r>
                    </a:p>
                  </a:txBody>
                  <a:tcPr marL="89756" marR="89756" marT="44878" marB="44878" anchor="ctr"/>
                </a:tc>
                <a:tc>
                  <a:txBody>
                    <a:bodyPr/>
                    <a:lstStyle/>
                    <a:p>
                      <a:pPr>
                        <a:buNone/>
                      </a:pPr>
                      <a:r>
                        <a:rPr lang="en-US" sz="1800"/>
                        <a:t>Powers the wearable node during practice sessions.</a:t>
                      </a:r>
                    </a:p>
                  </a:txBody>
                  <a:tcPr marL="89756" marR="89756" marT="44878" marB="44878" anchor="ctr"/>
                </a:tc>
                <a:tc>
                  <a:txBody>
                    <a:bodyPr/>
                    <a:lstStyle/>
                    <a:p>
                      <a:pPr>
                        <a:buNone/>
                      </a:pPr>
                      <a:r>
                        <a:rPr lang="en-US" sz="1800"/>
                        <a:t>Target runtime is approximately 6–8 hours per charge.</a:t>
                      </a:r>
                    </a:p>
                  </a:txBody>
                  <a:tcPr marL="89756" marR="89756" marT="44878" marB="44878" anchor="ctr"/>
                </a:tc>
                <a:extLst>
                  <a:ext uri="{0D108BD9-81ED-4DB2-BD59-A6C34878D82A}">
                    <a16:rowId xmlns:a16="http://schemas.microsoft.com/office/drawing/2014/main" val="682213380"/>
                  </a:ext>
                </a:extLst>
              </a:tr>
              <a:tr h="664192">
                <a:tc>
                  <a:txBody>
                    <a:bodyPr/>
                    <a:lstStyle/>
                    <a:p>
                      <a:pPr>
                        <a:buNone/>
                      </a:pPr>
                      <a:r>
                        <a:rPr lang="en-US" sz="1800"/>
                        <a:t>Phone or laptop host</a:t>
                      </a:r>
                    </a:p>
                  </a:txBody>
                  <a:tcPr marL="89756" marR="89756" marT="44878" marB="44878" anchor="ctr"/>
                </a:tc>
                <a:tc>
                  <a:txBody>
                    <a:bodyPr/>
                    <a:lstStyle/>
                    <a:p>
                      <a:pPr>
                        <a:buNone/>
                      </a:pPr>
                      <a:r>
                        <a:rPr lang="en-US" sz="1800"/>
                        <a:t>Receives data, runs processing, and supports AI modeling.</a:t>
                      </a:r>
                    </a:p>
                  </a:txBody>
                  <a:tcPr marL="89756" marR="89756" marT="44878" marB="44878" anchor="ctr"/>
                </a:tc>
                <a:tc>
                  <a:txBody>
                    <a:bodyPr/>
                    <a:lstStyle/>
                    <a:p>
                      <a:pPr>
                        <a:buNone/>
                      </a:pPr>
                      <a:r>
                        <a:rPr lang="en-US" sz="1800"/>
                        <a:t>Not included in the sub-$50 electronics bill of materials.</a:t>
                      </a:r>
                    </a:p>
                  </a:txBody>
                  <a:tcPr marL="89756" marR="89756" marT="44878" marB="44878" anchor="ctr"/>
                </a:tc>
                <a:extLst>
                  <a:ext uri="{0D108BD9-81ED-4DB2-BD59-A6C34878D82A}">
                    <a16:rowId xmlns:a16="http://schemas.microsoft.com/office/drawing/2014/main" val="861706195"/>
                  </a:ext>
                </a:extLst>
              </a:tr>
            </a:tbl>
          </a:graphicData>
        </a:graphic>
      </p:graphicFrame>
    </p:spTree>
    <p:extLst>
      <p:ext uri="{BB962C8B-B14F-4D97-AF65-F5344CB8AC3E}">
        <p14:creationId xmlns:p14="http://schemas.microsoft.com/office/powerpoint/2010/main" val="515544456"/>
      </p:ext>
    </p:extLst>
  </p:cSld>
  <p:clrMapOvr>
    <a:masterClrMapping/>
  </p:clrMapOvr>
  <p:transition>
    <p:fade/>
  </p:transition>
</p:sld>
</file>

<file path=ppt/slides/slide_A06_42885D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B942-F803-A79B-4474-DDBA72E09497}"/>
              </a:ext>
            </a:extLst>
          </p:cNvPr>
          <p:cNvSpPr>
            <a:spLocks noGrp="1"/>
          </p:cNvSpPr>
          <p:nvPr>
            <p:ph type="title"/>
          </p:nvPr>
        </p:nvSpPr>
        <p:spPr>
          <a:xfrm>
            <a:off x="533400" y="533400"/>
            <a:ext cx="11125200" cy="953622"/>
          </a:xfrm>
        </p:spPr>
        <p:txBody>
          <a:bodyPr anchor="t">
            <a:normAutofit/>
          </a:bodyPr>
          <a:lstStyle/>
          <a:p>
            <a:r>
              <a:rPr lang="en-US"/>
              <a:t>Approach: Signal Processing Pipeline</a:t>
            </a:r>
          </a:p>
        </p:txBody>
      </p:sp>
      <p:graphicFrame>
        <p:nvGraphicFramePr>
          <p:cNvPr id="4" name="Content Placeholder 3">
            <a:extLst>
              <a:ext uri="{FF2B5EF4-FFF2-40B4-BE49-F238E27FC236}">
                <a16:creationId xmlns:a16="http://schemas.microsoft.com/office/drawing/2014/main" id="{D0401EB8-4734-4615-A08A-4638B40B48CF}"/>
              </a:ext>
            </a:extLst>
          </p:cNvPr>
          <p:cNvGraphicFramePr>
            <a:graphicFrameLocks noGrp="1"/>
          </p:cNvGraphicFramePr>
          <p:nvPr>
            <p:ph idx="1"/>
            <p:extLst>
              <p:ext uri="{D42A27DB-BD31-4B8C-83A1-F6EECF244321}">
                <p14:modId xmlns:p14="http://schemas.microsoft.com/office/powerpoint/2010/main" val="9370344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3400" y="1669902"/>
          <a:ext cx="11125200" cy="46740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6232964"/>
      </p:ext>
    </p:extLst>
  </p:cSld>
  <p:clrMapOvr>
    <a:masterClrMapping/>
  </p:clrMapOvr>
  <p:transition>
    <p:fade/>
  </p:transition>
</p:sld>
</file>

<file path=ppt/slides/slide_A07_10519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38E8-CA00-237C-89E4-278F90A73396}"/>
              </a:ext>
            </a:extLst>
          </p:cNvPr>
          <p:cNvSpPr>
            <a:spLocks noGrp="1"/>
          </p:cNvSpPr>
          <p:nvPr>
            <p:ph type="title"/>
          </p:nvPr>
        </p:nvSpPr>
        <p:spPr>
          <a:xfrm>
            <a:off x="533400" y="533400"/>
            <a:ext cx="11125200" cy="953622"/>
          </a:xfrm>
        </p:spPr>
        <p:txBody>
          <a:bodyPr anchor="t">
            <a:normAutofit/>
          </a:bodyPr>
          <a:lstStyle/>
          <a:p>
            <a:r>
              <a:rPr lang="en-US"/>
              <a:t>Innovation</a:t>
            </a:r>
          </a:p>
        </p:txBody>
      </p:sp>
      <p:graphicFrame>
        <p:nvGraphicFramePr>
          <p:cNvPr id="5" name="Content Placeholder 4">
            <a:extLst>
              <a:ext uri="{FF2B5EF4-FFF2-40B4-BE49-F238E27FC236}">
                <a16:creationId xmlns:a16="http://schemas.microsoft.com/office/drawing/2014/main" id="{CE6551D5-A72F-4DC4-8129-5A0D65C4A27B}"/>
              </a:ext>
            </a:extLst>
          </p:cNvPr>
          <p:cNvGraphicFramePr>
            <a:graphicFrameLocks noGrp="1"/>
          </p:cNvGraphicFramePr>
          <p:nvPr>
            <p:ph idx="1"/>
          </p:nvPr>
        </p:nvGraphicFramePr>
        <p:xfrm>
          <a:off x="533400" y="1792671"/>
          <a:ext cx="11125200" cy="4428514"/>
        </p:xfrm>
        <a:graphic>
          <a:graphicData uri="http://schemas.openxmlformats.org/drawingml/2006/table">
            <a:tbl>
              <a:tblPr firstRow="1" bandRow="1">
                <a:tableStyleId>{5C22544A-7EE6-4342-B048-85BDC9FD1C3A}</a:tableStyleId>
              </a:tblPr>
              <a:tblGrid>
                <a:gridCol w="3717606">
                  <a:extLst>
                    <a:ext uri="{9D8B030D-6E8A-4147-A177-3AD203B41FA5}">
                      <a16:colId xmlns:a16="http://schemas.microsoft.com/office/drawing/2014/main" val="4069483660"/>
                    </a:ext>
                  </a:extLst>
                </a:gridCol>
                <a:gridCol w="3707124">
                  <a:extLst>
                    <a:ext uri="{9D8B030D-6E8A-4147-A177-3AD203B41FA5}">
                      <a16:colId xmlns:a16="http://schemas.microsoft.com/office/drawing/2014/main" val="2436876436"/>
                    </a:ext>
                  </a:extLst>
                </a:gridCol>
                <a:gridCol w="3700471">
                  <a:extLst>
                    <a:ext uri="{9D8B030D-6E8A-4147-A177-3AD203B41FA5}">
                      <a16:colId xmlns:a16="http://schemas.microsoft.com/office/drawing/2014/main" val="3682611619"/>
                    </a:ext>
                  </a:extLst>
                </a:gridCol>
              </a:tblGrid>
              <a:tr h="397663">
                <a:tc>
                  <a:txBody>
                    <a:bodyPr/>
                    <a:lstStyle/>
                    <a:p>
                      <a:pPr>
                        <a:buNone/>
                      </a:pPr>
                      <a:r>
                        <a:rPr lang="en-US" sz="1800"/>
                        <a:t>Innovation</a:t>
                      </a:r>
                    </a:p>
                  </a:txBody>
                  <a:tcPr marL="90378" marR="90378" marT="45189" marB="45189" anchor="ctr"/>
                </a:tc>
                <a:tc>
                  <a:txBody>
                    <a:bodyPr/>
                    <a:lstStyle/>
                    <a:p>
                      <a:pPr>
                        <a:buNone/>
                      </a:pPr>
                      <a:r>
                        <a:rPr lang="en-US" sz="1800"/>
                        <a:t>What SmartArmor Adds</a:t>
                      </a:r>
                    </a:p>
                  </a:txBody>
                  <a:tcPr marL="90378" marR="90378" marT="45189" marB="45189" anchor="ctr"/>
                </a:tc>
                <a:tc>
                  <a:txBody>
                    <a:bodyPr/>
                    <a:lstStyle/>
                    <a:p>
                      <a:pPr>
                        <a:buNone/>
                      </a:pPr>
                      <a:r>
                        <a:rPr lang="en-US" sz="1800"/>
                        <a:t>Why It Is Distinctive</a:t>
                      </a:r>
                    </a:p>
                  </a:txBody>
                  <a:tcPr marL="90378" marR="90378" marT="45189" marB="45189" anchor="ctr"/>
                </a:tc>
                <a:extLst>
                  <a:ext uri="{0D108BD9-81ED-4DB2-BD59-A6C34878D82A}">
                    <a16:rowId xmlns:a16="http://schemas.microsoft.com/office/drawing/2014/main" val="3767158371"/>
                  </a:ext>
                </a:extLst>
              </a:tr>
              <a:tr h="939930">
                <a:tc>
                  <a:txBody>
                    <a:bodyPr/>
                    <a:lstStyle/>
                    <a:p>
                      <a:pPr>
                        <a:buNone/>
                      </a:pPr>
                      <a:r>
                        <a:rPr lang="en-US" sz="1800"/>
                        <a:t>Low-cost ecological validity</a:t>
                      </a:r>
                    </a:p>
                  </a:txBody>
                  <a:tcPr marL="90378" marR="90378" marT="45189" marB="45189" anchor="ctr"/>
                </a:tc>
                <a:tc>
                  <a:txBody>
                    <a:bodyPr/>
                    <a:lstStyle/>
                    <a:p>
                      <a:pPr>
                        <a:buNone/>
                      </a:pPr>
                      <a:r>
                        <a:rPr lang="en-US" sz="1800"/>
                        <a:t>Sub-$50 prototype electronics designed for real tennis practice sessions.</a:t>
                      </a:r>
                    </a:p>
                  </a:txBody>
                  <a:tcPr marL="90378" marR="90378" marT="45189" marB="45189" anchor="ctr"/>
                </a:tc>
                <a:tc>
                  <a:txBody>
                    <a:bodyPr/>
                    <a:lstStyle/>
                    <a:p>
                      <a:pPr>
                        <a:buNone/>
                      </a:pPr>
                      <a:r>
                        <a:rPr lang="en-US" sz="1800"/>
                        <a:t>Makes muscle-load monitoring accessible beyond labs and elite sports medicine programs.</a:t>
                      </a:r>
                    </a:p>
                  </a:txBody>
                  <a:tcPr marL="90378" marR="90378" marT="45189" marB="45189" anchor="ctr"/>
                </a:tc>
                <a:extLst>
                  <a:ext uri="{0D108BD9-81ED-4DB2-BD59-A6C34878D82A}">
                    <a16:rowId xmlns:a16="http://schemas.microsoft.com/office/drawing/2014/main" val="43505705"/>
                  </a:ext>
                </a:extLst>
              </a:tr>
              <a:tr h="939930">
                <a:tc>
                  <a:txBody>
                    <a:bodyPr/>
                    <a:lstStyle/>
                    <a:p>
                      <a:pPr>
                        <a:buNone/>
                      </a:pPr>
                      <a:r>
                        <a:rPr lang="en-US" sz="1800"/>
                        <a:t>Quality-aware processing</a:t>
                      </a:r>
                    </a:p>
                  </a:txBody>
                  <a:tcPr marL="90378" marR="90378" marT="45189" marB="45189" anchor="ctr"/>
                </a:tc>
                <a:tc>
                  <a:txBody>
                    <a:bodyPr/>
                    <a:lstStyle/>
                    <a:p>
                      <a:pPr>
                        <a:buNone/>
                      </a:pPr>
                      <a:r>
                        <a:rPr lang="en-US" sz="1800"/>
                        <a:t>Explicit usable/questionable/reject quality flags and no-QC ablation design.</a:t>
                      </a:r>
                    </a:p>
                  </a:txBody>
                  <a:tcPr marL="90378" marR="90378" marT="45189" marB="45189" anchor="ctr"/>
                </a:tc>
                <a:tc>
                  <a:txBody>
                    <a:bodyPr/>
                    <a:lstStyle/>
                    <a:p>
                      <a:pPr>
                        <a:buNone/>
                      </a:pPr>
                      <a:r>
                        <a:rPr lang="en-US" sz="1800"/>
                        <a:t>Prevents electrode artifacts from being learned as fatigue or recovery signals.</a:t>
                      </a:r>
                    </a:p>
                  </a:txBody>
                  <a:tcPr marL="90378" marR="90378" marT="45189" marB="45189" anchor="ctr"/>
                </a:tc>
                <a:extLst>
                  <a:ext uri="{0D108BD9-81ED-4DB2-BD59-A6C34878D82A}">
                    <a16:rowId xmlns:a16="http://schemas.microsoft.com/office/drawing/2014/main" val="2261897817"/>
                  </a:ext>
                </a:extLst>
              </a:tr>
              <a:tr h="939930">
                <a:tc>
                  <a:txBody>
                    <a:bodyPr/>
                    <a:lstStyle/>
                    <a:p>
                      <a:pPr>
                        <a:buNone/>
                      </a:pPr>
                      <a:r>
                        <a:rPr lang="en-US" sz="1800"/>
                        <a:t>Stroke-aware load accounting</a:t>
                      </a:r>
                    </a:p>
                  </a:txBody>
                  <a:tcPr marL="90378" marR="90378" marT="45189" marB="45189" anchor="ctr"/>
                </a:tc>
                <a:tc>
                  <a:txBody>
                    <a:bodyPr/>
                    <a:lstStyle/>
                    <a:p>
                      <a:pPr>
                        <a:buNone/>
                      </a:pPr>
                      <a:r>
                        <a:rPr lang="en-US" sz="1800"/>
                        <a:t>Separates serve-like high-rotation load from generic swing count when possible.</a:t>
                      </a:r>
                    </a:p>
                  </a:txBody>
                  <a:tcPr marL="90378" marR="90378" marT="45189" marB="45189" anchor="ctr"/>
                </a:tc>
                <a:tc>
                  <a:txBody>
                    <a:bodyPr/>
                    <a:lstStyle/>
                    <a:p>
                      <a:pPr>
                        <a:buNone/>
                      </a:pPr>
                      <a:r>
                        <a:rPr lang="en-US" sz="1800"/>
                        <a:t>Aligns the load metric with tennis-specific overuse mechanisms.</a:t>
                      </a:r>
                    </a:p>
                  </a:txBody>
                  <a:tcPr marL="90378" marR="90378" marT="45189" marB="45189" anchor="ctr"/>
                </a:tc>
                <a:extLst>
                  <a:ext uri="{0D108BD9-81ED-4DB2-BD59-A6C34878D82A}">
                    <a16:rowId xmlns:a16="http://schemas.microsoft.com/office/drawing/2014/main" val="3808027307"/>
                  </a:ext>
                </a:extLst>
              </a:tr>
              <a:tr h="1211064">
                <a:tc>
                  <a:txBody>
                    <a:bodyPr/>
                    <a:lstStyle/>
                    <a:p>
                      <a:pPr>
                        <a:buNone/>
                      </a:pPr>
                      <a:r>
                        <a:rPr lang="en-US" sz="1800"/>
                        <a:t>Personalized intra-to-inter session AI</a:t>
                      </a:r>
                    </a:p>
                  </a:txBody>
                  <a:tcPr marL="90378" marR="90378" marT="45189" marB="45189" anchor="ctr"/>
                </a:tc>
                <a:tc>
                  <a:txBody>
                    <a:bodyPr/>
                    <a:lstStyle/>
                    <a:p>
                      <a:pPr>
                        <a:buNone/>
                      </a:pPr>
                      <a:r>
                        <a:rPr lang="en-US" sz="1800"/>
                        <a:t>Links within-session load summaries to next-morning soreness and next-session readiness.</a:t>
                      </a:r>
                    </a:p>
                  </a:txBody>
                  <a:tcPr marL="90378" marR="90378" marT="45189" marB="45189" anchor="ctr"/>
                </a:tc>
                <a:tc>
                  <a:txBody>
                    <a:bodyPr/>
                    <a:lstStyle/>
                    <a:p>
                      <a:pPr>
                        <a:buNone/>
                      </a:pPr>
                      <a:r>
                        <a:rPr lang="en-US" sz="1800"/>
                        <a:t>Moves beyond current-state fatigue classification toward actionable recovery guidance.</a:t>
                      </a:r>
                    </a:p>
                  </a:txBody>
                  <a:tcPr marL="90378" marR="90378" marT="45189" marB="45189" anchor="ctr"/>
                </a:tc>
                <a:extLst>
                  <a:ext uri="{0D108BD9-81ED-4DB2-BD59-A6C34878D82A}">
                    <a16:rowId xmlns:a16="http://schemas.microsoft.com/office/drawing/2014/main" val="93768145"/>
                  </a:ext>
                </a:extLst>
              </a:tr>
            </a:tbl>
          </a:graphicData>
        </a:graphic>
      </p:graphicFrame>
    </p:spTree>
    <p:extLst>
      <p:ext uri="{BB962C8B-B14F-4D97-AF65-F5344CB8AC3E}">
        <p14:creationId xmlns:p14="http://schemas.microsoft.com/office/powerpoint/2010/main" val="273781912"/>
      </p:ext>
    </p:extLst>
  </p:cSld>
  <p:clrMapOvr>
    <a:masterClrMapping/>
  </p:clrMapOvr>
  <p:transition>
    <p:fade/>
  </p:transition>
</p:sld>
</file>

<file path=ppt/slides/slide_A08_DB334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9571-0CA6-7639-0143-2504B1859A0C}"/>
              </a:ext>
            </a:extLst>
          </p:cNvPr>
          <p:cNvSpPr>
            <a:spLocks noGrp="1"/>
          </p:cNvSpPr>
          <p:nvPr>
            <p:ph type="title"/>
          </p:nvPr>
        </p:nvSpPr>
        <p:spPr>
          <a:xfrm>
            <a:off x="533400" y="533400"/>
            <a:ext cx="11125200" cy="953622"/>
          </a:xfrm>
        </p:spPr>
        <p:txBody>
          <a:bodyPr anchor="t">
            <a:normAutofit/>
          </a:bodyPr>
          <a:lstStyle/>
          <a:p>
            <a:r>
              <a:rPr lang="en-US"/>
              <a:t>Results: Prototype and Signal Validation</a:t>
            </a:r>
          </a:p>
        </p:txBody>
      </p:sp>
      <p:graphicFrame>
        <p:nvGraphicFramePr>
          <p:cNvPr id="5" name="Content Placeholder 4">
            <a:extLst>
              <a:ext uri="{FF2B5EF4-FFF2-40B4-BE49-F238E27FC236}">
                <a16:creationId xmlns:a16="http://schemas.microsoft.com/office/drawing/2014/main" id="{3F9B45AF-1EDB-410B-A262-6ADB0618AEFE}"/>
              </a:ext>
            </a:extLst>
          </p:cNvPr>
          <p:cNvGraphicFramePr>
            <a:graphicFrameLocks noGrp="1"/>
          </p:cNvGraphicFramePr>
          <p:nvPr>
            <p:ph idx="1"/>
          </p:nvPr>
        </p:nvGraphicFramePr>
        <p:xfrm>
          <a:off x="1004589" y="1669902"/>
          <a:ext cx="10182821" cy="4674052"/>
        </p:xfrm>
        <a:graphic>
          <a:graphicData uri="http://schemas.openxmlformats.org/drawingml/2006/table">
            <a:tbl>
              <a:tblPr firstRow="1" bandRow="1">
                <a:tableStyleId>{5C22544A-7EE6-4342-B048-85BDC9FD1C3A}</a:tableStyleId>
              </a:tblPr>
              <a:tblGrid>
                <a:gridCol w="3360971">
                  <a:extLst>
                    <a:ext uri="{9D8B030D-6E8A-4147-A177-3AD203B41FA5}">
                      <a16:colId xmlns:a16="http://schemas.microsoft.com/office/drawing/2014/main" val="1870658922"/>
                    </a:ext>
                  </a:extLst>
                </a:gridCol>
                <a:gridCol w="3410235">
                  <a:extLst>
                    <a:ext uri="{9D8B030D-6E8A-4147-A177-3AD203B41FA5}">
                      <a16:colId xmlns:a16="http://schemas.microsoft.com/office/drawing/2014/main" val="2959194879"/>
                    </a:ext>
                  </a:extLst>
                </a:gridCol>
                <a:gridCol w="3411616">
                  <a:extLst>
                    <a:ext uri="{9D8B030D-6E8A-4147-A177-3AD203B41FA5}">
                      <a16:colId xmlns:a16="http://schemas.microsoft.com/office/drawing/2014/main" val="2417983503"/>
                    </a:ext>
                  </a:extLst>
                </a:gridCol>
              </a:tblGrid>
              <a:tr h="364643">
                <a:tc>
                  <a:txBody>
                    <a:bodyPr/>
                    <a:lstStyle/>
                    <a:p>
                      <a:pPr>
                        <a:buNone/>
                      </a:pPr>
                      <a:r>
                        <a:rPr lang="en-US" sz="1600"/>
                        <a:t>Validation Finding</a:t>
                      </a:r>
                    </a:p>
                  </a:txBody>
                  <a:tcPr marL="82873" marR="82873" marT="41437" marB="41437" anchor="ctr"/>
                </a:tc>
                <a:tc>
                  <a:txBody>
                    <a:bodyPr/>
                    <a:lstStyle/>
                    <a:p>
                      <a:pPr>
                        <a:buNone/>
                      </a:pPr>
                      <a:r>
                        <a:rPr lang="en-US" sz="1600"/>
                        <a:t>Reported Evidence</a:t>
                      </a:r>
                    </a:p>
                  </a:txBody>
                  <a:tcPr marL="82873" marR="82873" marT="41437" marB="41437" anchor="ctr"/>
                </a:tc>
                <a:tc>
                  <a:txBody>
                    <a:bodyPr/>
                    <a:lstStyle/>
                    <a:p>
                      <a:pPr>
                        <a:buNone/>
                      </a:pPr>
                      <a:r>
                        <a:rPr lang="en-US" sz="1600"/>
                        <a:t>Interpretation</a:t>
                      </a:r>
                    </a:p>
                  </a:txBody>
                  <a:tcPr marL="82873" marR="82873" marT="41437" marB="41437" anchor="ctr"/>
                </a:tc>
                <a:extLst>
                  <a:ext uri="{0D108BD9-81ED-4DB2-BD59-A6C34878D82A}">
                    <a16:rowId xmlns:a16="http://schemas.microsoft.com/office/drawing/2014/main" val="300620421"/>
                  </a:ext>
                </a:extLst>
              </a:tr>
              <a:tr h="861882">
                <a:tc>
                  <a:txBody>
                    <a:bodyPr/>
                    <a:lstStyle/>
                    <a:p>
                      <a:pPr>
                        <a:buNone/>
                      </a:pPr>
                      <a:r>
                        <a:rPr lang="en-US" sz="1600"/>
                        <a:t>Time alignment</a:t>
                      </a:r>
                    </a:p>
                  </a:txBody>
                  <a:tcPr marL="82873" marR="82873" marT="41437" marB="41437" anchor="ctr"/>
                </a:tc>
                <a:tc>
                  <a:txBody>
                    <a:bodyPr/>
                    <a:lstStyle/>
                    <a:p>
                      <a:pPr>
                        <a:buNone/>
                      </a:pPr>
                      <a:r>
                        <a:rPr lang="en-US" sz="1600"/>
                        <a:t>EMG and IMU aligned to approximately 1 ms in pilot sessions.</a:t>
                      </a:r>
                    </a:p>
                  </a:txBody>
                  <a:tcPr marL="82873" marR="82873" marT="41437" marB="41437" anchor="ctr"/>
                </a:tc>
                <a:tc>
                  <a:txBody>
                    <a:bodyPr/>
                    <a:lstStyle/>
                    <a:p>
                      <a:pPr>
                        <a:buNone/>
                      </a:pPr>
                      <a:r>
                        <a:rPr lang="en-US" sz="1600"/>
                        <a:t>Supports swing-level fusion of muscle and motion signals.</a:t>
                      </a:r>
                    </a:p>
                  </a:txBody>
                  <a:tcPr marL="82873" marR="82873" marT="41437" marB="41437" anchor="ctr"/>
                </a:tc>
                <a:extLst>
                  <a:ext uri="{0D108BD9-81ED-4DB2-BD59-A6C34878D82A}">
                    <a16:rowId xmlns:a16="http://schemas.microsoft.com/office/drawing/2014/main" val="3784442506"/>
                  </a:ext>
                </a:extLst>
              </a:tr>
              <a:tr h="861882">
                <a:tc>
                  <a:txBody>
                    <a:bodyPr/>
                    <a:lstStyle/>
                    <a:p>
                      <a:pPr>
                        <a:buNone/>
                      </a:pPr>
                      <a:r>
                        <a:rPr lang="en-US" sz="1600"/>
                        <a:t>MDF fatigue-consistent trend</a:t>
                      </a:r>
                    </a:p>
                  </a:txBody>
                  <a:tcPr marL="82873" marR="82873" marT="41437" marB="41437" anchor="ctr"/>
                </a:tc>
                <a:tc>
                  <a:txBody>
                    <a:bodyPr/>
                    <a:lstStyle/>
                    <a:p>
                      <a:pPr>
                        <a:buNone/>
                      </a:pPr>
                      <a:r>
                        <a:rPr lang="en-US" sz="1600"/>
                        <a:t>63-minute session with 826 swings shows stable reference near 166 Hz and late decline toward 149 Hz.</a:t>
                      </a:r>
                    </a:p>
                  </a:txBody>
                  <a:tcPr marL="82873" marR="82873" marT="41437" marB="41437" anchor="ctr"/>
                </a:tc>
                <a:tc>
                  <a:txBody>
                    <a:bodyPr/>
                    <a:lstStyle/>
                    <a:p>
                      <a:pPr>
                        <a:buNone/>
                      </a:pPr>
                      <a:r>
                        <a:rPr lang="en-US" sz="1600"/>
                        <a:t>Suggests late-session local muscle fatigue after settling, pending quality checks.</a:t>
                      </a:r>
                    </a:p>
                  </a:txBody>
                  <a:tcPr marL="82873" marR="82873" marT="41437" marB="41437" anchor="ctr"/>
                </a:tc>
                <a:extLst>
                  <a:ext uri="{0D108BD9-81ED-4DB2-BD59-A6C34878D82A}">
                    <a16:rowId xmlns:a16="http://schemas.microsoft.com/office/drawing/2014/main" val="1132160548"/>
                  </a:ext>
                </a:extLst>
              </a:tr>
              <a:tr h="861882">
                <a:tc>
                  <a:txBody>
                    <a:bodyPr/>
                    <a:lstStyle/>
                    <a:p>
                      <a:pPr>
                        <a:buNone/>
                      </a:pPr>
                      <a:r>
                        <a:rPr lang="en-US" sz="1600"/>
                        <a:t>Non-stationarity</a:t>
                      </a:r>
                    </a:p>
                  </a:txBody>
                  <a:tcPr marL="82873" marR="82873" marT="41437" marB="41437" anchor="ctr"/>
                </a:tc>
                <a:tc>
                  <a:txBody>
                    <a:bodyPr/>
                    <a:lstStyle/>
                    <a:p>
                      <a:pPr>
                        <a:buNone/>
                      </a:pPr>
                      <a:r>
                        <a:rPr lang="en-US" sz="1600"/>
                        <a:t>Within-session MDF coefficient of variation approximately 39–47%.</a:t>
                      </a:r>
                    </a:p>
                  </a:txBody>
                  <a:tcPr marL="82873" marR="82873" marT="41437" marB="41437" anchor="ctr"/>
                </a:tc>
                <a:tc>
                  <a:txBody>
                    <a:bodyPr/>
                    <a:lstStyle/>
                    <a:p>
                      <a:pPr>
                        <a:buNone/>
                      </a:pPr>
                      <a:r>
                        <a:rPr lang="en-US" sz="1600"/>
                        <a:t>Confirms a single MDF threshold is not reliable for dynamic tennis swings.</a:t>
                      </a:r>
                    </a:p>
                  </a:txBody>
                  <a:tcPr marL="82873" marR="82873" marT="41437" marB="41437" anchor="ctr"/>
                </a:tc>
                <a:extLst>
                  <a:ext uri="{0D108BD9-81ED-4DB2-BD59-A6C34878D82A}">
                    <a16:rowId xmlns:a16="http://schemas.microsoft.com/office/drawing/2014/main" val="352894851"/>
                  </a:ext>
                </a:extLst>
              </a:tr>
              <a:tr h="861882">
                <a:tc>
                  <a:txBody>
                    <a:bodyPr/>
                    <a:lstStyle/>
                    <a:p>
                      <a:pPr>
                        <a:buNone/>
                      </a:pPr>
                      <a:r>
                        <a:rPr lang="en-US" sz="1600"/>
                        <a:t>Motion artifact check</a:t>
                      </a:r>
                    </a:p>
                  </a:txBody>
                  <a:tcPr marL="82873" marR="82873" marT="41437" marB="41437" anchor="ctr"/>
                </a:tc>
                <a:tc>
                  <a:txBody>
                    <a:bodyPr/>
                    <a:lstStyle/>
                    <a:p>
                      <a:pPr>
                        <a:buNone/>
                      </a:pPr>
                      <a:r>
                        <a:rPr lang="en-US" sz="1600"/>
                        <a:t>Correlation between IMU magnitude and EMG envelope approximately r = 0.006.</a:t>
                      </a:r>
                    </a:p>
                  </a:txBody>
                  <a:tcPr marL="82873" marR="82873" marT="41437" marB="41437" anchor="ctr"/>
                </a:tc>
                <a:tc>
                  <a:txBody>
                    <a:bodyPr/>
                    <a:lstStyle/>
                    <a:p>
                      <a:pPr>
                        <a:buNone/>
                      </a:pPr>
                      <a:r>
                        <a:rPr lang="en-US" sz="1600"/>
                        <a:t>Suggests EMG captures muscle activation rather than just arm motion.</a:t>
                      </a:r>
                    </a:p>
                  </a:txBody>
                  <a:tcPr marL="82873" marR="82873" marT="41437" marB="41437" anchor="ctr"/>
                </a:tc>
                <a:extLst>
                  <a:ext uri="{0D108BD9-81ED-4DB2-BD59-A6C34878D82A}">
                    <a16:rowId xmlns:a16="http://schemas.microsoft.com/office/drawing/2014/main" val="349365577"/>
                  </a:ext>
                </a:extLst>
              </a:tr>
              <a:tr h="861882">
                <a:tc>
                  <a:txBody>
                    <a:bodyPr/>
                    <a:lstStyle/>
                    <a:p>
                      <a:pPr>
                        <a:buNone/>
                      </a:pPr>
                      <a:r>
                        <a:rPr lang="en-US" sz="1600"/>
                        <a:t>Intensity-stratified trend</a:t>
                      </a:r>
                    </a:p>
                  </a:txBody>
                  <a:tcPr marL="82873" marR="82873" marT="41437" marB="41437" anchor="ctr"/>
                </a:tc>
                <a:tc>
                  <a:txBody>
                    <a:bodyPr/>
                    <a:lstStyle/>
                    <a:p>
                      <a:pPr>
                        <a:buNone/>
                      </a:pPr>
                      <a:r>
                        <a:rPr lang="en-US" sz="1600"/>
                        <a:t>MDF decline persists across low-, mid-, and high-intensity swing groups.</a:t>
                      </a:r>
                    </a:p>
                  </a:txBody>
                  <a:tcPr marL="82873" marR="82873" marT="41437" marB="41437" anchor="ctr"/>
                </a:tc>
                <a:tc>
                  <a:txBody>
                    <a:bodyPr/>
                    <a:lstStyle/>
                    <a:p>
                      <a:pPr>
                        <a:buNone/>
                      </a:pPr>
                      <a:r>
                        <a:rPr lang="en-US" sz="1600"/>
                        <a:t>Indicates the trend is not explained only by changing effort level.</a:t>
                      </a:r>
                    </a:p>
                  </a:txBody>
                  <a:tcPr marL="82873" marR="82873" marT="41437" marB="41437" anchor="ctr"/>
                </a:tc>
                <a:extLst>
                  <a:ext uri="{0D108BD9-81ED-4DB2-BD59-A6C34878D82A}">
                    <a16:rowId xmlns:a16="http://schemas.microsoft.com/office/drawing/2014/main" val="177323327"/>
                  </a:ext>
                </a:extLst>
              </a:tr>
            </a:tbl>
          </a:graphicData>
        </a:graphic>
      </p:graphicFrame>
    </p:spTree>
    <p:extLst>
      <p:ext uri="{BB962C8B-B14F-4D97-AF65-F5344CB8AC3E}">
        <p14:creationId xmlns:p14="http://schemas.microsoft.com/office/powerpoint/2010/main" val="3677570322"/>
      </p:ext>
    </p:extLst>
  </p:cSld>
  <p:clrMapOvr>
    <a:masterClrMapping/>
  </p:clrMapOvr>
  <p:transition>
    <p:fade/>
  </p:transition>
</p:sld>
</file>

<file path=ppt/slides/slide_A09_F1BE48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DAAFF-87B9-A2D3-7705-3136DFE5BCA5}"/>
              </a:ext>
            </a:extLst>
          </p:cNvPr>
          <p:cNvSpPr>
            <a:spLocks noGrp="1"/>
          </p:cNvSpPr>
          <p:nvPr>
            <p:ph type="title"/>
          </p:nvPr>
        </p:nvSpPr>
        <p:spPr>
          <a:xfrm>
            <a:off x="533400" y="533400"/>
            <a:ext cx="11125200" cy="953622"/>
          </a:xfrm>
        </p:spPr>
        <p:txBody>
          <a:bodyPr anchor="t">
            <a:normAutofit/>
          </a:bodyPr>
          <a:lstStyle/>
          <a:p>
            <a:r>
              <a:rPr lang="en-US"/>
              <a:t>Results: AI Status and Evaluation Plan</a:t>
            </a:r>
          </a:p>
        </p:txBody>
      </p:sp>
      <p:graphicFrame>
        <p:nvGraphicFramePr>
          <p:cNvPr id="5" name="Content Placeholder 4">
            <a:extLst>
              <a:ext uri="{FF2B5EF4-FFF2-40B4-BE49-F238E27FC236}">
                <a16:creationId xmlns:a16="http://schemas.microsoft.com/office/drawing/2014/main" id="{9AA31D62-BFE8-49A4-89B5-C954CFF9561D}"/>
              </a:ext>
            </a:extLst>
          </p:cNvPr>
          <p:cNvGraphicFramePr>
            <a:graphicFrameLocks noGrp="1"/>
          </p:cNvGraphicFramePr>
          <p:nvPr>
            <p:ph idx="1"/>
          </p:nvPr>
        </p:nvGraphicFramePr>
        <p:xfrm>
          <a:off x="678467" y="1669902"/>
          <a:ext cx="10835065" cy="4674052"/>
        </p:xfrm>
        <a:graphic>
          <a:graphicData uri="http://schemas.openxmlformats.org/drawingml/2006/table">
            <a:tbl>
              <a:tblPr firstRow="1" bandRow="1">
                <a:tableStyleId>{5C22544A-7EE6-4342-B048-85BDC9FD1C3A}</a:tableStyleId>
              </a:tblPr>
              <a:tblGrid>
                <a:gridCol w="3657256">
                  <a:extLst>
                    <a:ext uri="{9D8B030D-6E8A-4147-A177-3AD203B41FA5}">
                      <a16:colId xmlns:a16="http://schemas.microsoft.com/office/drawing/2014/main" val="2401698983"/>
                    </a:ext>
                  </a:extLst>
                </a:gridCol>
                <a:gridCol w="3628020">
                  <a:extLst>
                    <a:ext uri="{9D8B030D-6E8A-4147-A177-3AD203B41FA5}">
                      <a16:colId xmlns:a16="http://schemas.microsoft.com/office/drawing/2014/main" val="3209792468"/>
                    </a:ext>
                  </a:extLst>
                </a:gridCol>
                <a:gridCol w="3549790">
                  <a:extLst>
                    <a:ext uri="{9D8B030D-6E8A-4147-A177-3AD203B41FA5}">
                      <a16:colId xmlns:a16="http://schemas.microsoft.com/office/drawing/2014/main" val="3008637698"/>
                    </a:ext>
                  </a:extLst>
                </a:gridCol>
              </a:tblGrid>
              <a:tr h="385128">
                <a:tc>
                  <a:txBody>
                    <a:bodyPr/>
                    <a:lstStyle/>
                    <a:p>
                      <a:pPr>
                        <a:buNone/>
                      </a:pPr>
                      <a:r>
                        <a:rPr lang="en-US" sz="1700"/>
                        <a:t>Model / Evaluation Element</a:t>
                      </a:r>
                    </a:p>
                  </a:txBody>
                  <a:tcPr marL="87529" marR="87529" marT="43765" marB="43765" anchor="ctr"/>
                </a:tc>
                <a:tc>
                  <a:txBody>
                    <a:bodyPr/>
                    <a:lstStyle/>
                    <a:p>
                      <a:pPr>
                        <a:buNone/>
                      </a:pPr>
                      <a:r>
                        <a:rPr lang="en-US" sz="1700"/>
                        <a:t>Role</a:t>
                      </a:r>
                    </a:p>
                  </a:txBody>
                  <a:tcPr marL="87529" marR="87529" marT="43765" marB="43765" anchor="ctr"/>
                </a:tc>
                <a:tc>
                  <a:txBody>
                    <a:bodyPr/>
                    <a:lstStyle/>
                    <a:p>
                      <a:pPr>
                        <a:buNone/>
                      </a:pPr>
                      <a:r>
                        <a:rPr lang="en-US" sz="1700"/>
                        <a:t>Planned Metric or Output</a:t>
                      </a:r>
                    </a:p>
                  </a:txBody>
                  <a:tcPr marL="87529" marR="87529" marT="43765" marB="43765" anchor="ctr"/>
                </a:tc>
                <a:extLst>
                  <a:ext uri="{0D108BD9-81ED-4DB2-BD59-A6C34878D82A}">
                    <a16:rowId xmlns:a16="http://schemas.microsoft.com/office/drawing/2014/main" val="1169159654"/>
                  </a:ext>
                </a:extLst>
              </a:tr>
              <a:tr h="910303">
                <a:tc>
                  <a:txBody>
                    <a:bodyPr/>
                    <a:lstStyle/>
                    <a:p>
                      <a:pPr>
                        <a:buNone/>
                      </a:pPr>
                      <a:r>
                        <a:rPr lang="en-US" sz="1700"/>
                        <a:t>Layer 1 Random Forest load proxy</a:t>
                      </a:r>
                    </a:p>
                  </a:txBody>
                  <a:tcPr marL="87529" marR="87529" marT="43765" marB="43765" anchor="ctr"/>
                </a:tc>
                <a:tc>
                  <a:txBody>
                    <a:bodyPr/>
                    <a:lstStyle/>
                    <a:p>
                      <a:pPr>
                        <a:buNone/>
                      </a:pPr>
                      <a:r>
                        <a:rPr lang="en-US" sz="1700"/>
                        <a:t>Feature-engineering step that converts per-swing features into session summaries.</a:t>
                      </a:r>
                    </a:p>
                  </a:txBody>
                  <a:tcPr marL="87529" marR="87529" marT="43765" marB="43765" anchor="ctr"/>
                </a:tc>
                <a:tc>
                  <a:txBody>
                    <a:bodyPr/>
                    <a:lstStyle/>
                    <a:p>
                      <a:pPr>
                        <a:buNone/>
                      </a:pPr>
                      <a:r>
                        <a:rPr lang="en-US" sz="1700"/>
                        <a:t>Late-session load depth, high-load swing fraction, load slope, confidence, disagreement rate.</a:t>
                      </a:r>
                    </a:p>
                  </a:txBody>
                  <a:tcPr marL="87529" marR="87529" marT="43765" marB="43765" anchor="ctr"/>
                </a:tc>
                <a:extLst>
                  <a:ext uri="{0D108BD9-81ED-4DB2-BD59-A6C34878D82A}">
                    <a16:rowId xmlns:a16="http://schemas.microsoft.com/office/drawing/2014/main" val="2821505521"/>
                  </a:ext>
                </a:extLst>
              </a:tr>
              <a:tr h="910303">
                <a:tc>
                  <a:txBody>
                    <a:bodyPr/>
                    <a:lstStyle/>
                    <a:p>
                      <a:pPr>
                        <a:buNone/>
                      </a:pPr>
                      <a:r>
                        <a:rPr lang="en-US" sz="1700"/>
                        <a:t>Volume-only baseline</a:t>
                      </a:r>
                    </a:p>
                  </a:txBody>
                  <a:tcPr marL="87529" marR="87529" marT="43765" marB="43765" anchor="ctr"/>
                </a:tc>
                <a:tc>
                  <a:txBody>
                    <a:bodyPr/>
                    <a:lstStyle/>
                    <a:p>
                      <a:pPr>
                        <a:buNone/>
                      </a:pPr>
                      <a:r>
                        <a:rPr lang="en-US" sz="1700"/>
                        <a:t>Comparator using basic workload variables such as session duration and swing count.</a:t>
                      </a:r>
                    </a:p>
                  </a:txBody>
                  <a:tcPr marL="87529" marR="87529" marT="43765" marB="43765" anchor="ctr"/>
                </a:tc>
                <a:tc>
                  <a:txBody>
                    <a:bodyPr/>
                    <a:lstStyle/>
                    <a:p>
                      <a:pPr>
                        <a:buNone/>
                      </a:pPr>
                      <a:r>
                        <a:rPr lang="en-US" sz="1700"/>
                        <a:t>Baseline prediction performance for readiness and soreness.</a:t>
                      </a:r>
                    </a:p>
                  </a:txBody>
                  <a:tcPr marL="87529" marR="87529" marT="43765" marB="43765" anchor="ctr"/>
                </a:tc>
                <a:extLst>
                  <a:ext uri="{0D108BD9-81ED-4DB2-BD59-A6C34878D82A}">
                    <a16:rowId xmlns:a16="http://schemas.microsoft.com/office/drawing/2014/main" val="3735304184"/>
                  </a:ext>
                </a:extLst>
              </a:tr>
              <a:tr h="910303">
                <a:tc>
                  <a:txBody>
                    <a:bodyPr/>
                    <a:lstStyle/>
                    <a:p>
                      <a:pPr>
                        <a:buNone/>
                      </a:pPr>
                      <a:r>
                        <a:rPr lang="en-US" sz="1700"/>
                        <a:t>Sports-science baseline</a:t>
                      </a:r>
                    </a:p>
                  </a:txBody>
                  <a:tcPr marL="87529" marR="87529" marT="43765" marB="43765" anchor="ctr"/>
                </a:tc>
                <a:tc>
                  <a:txBody>
                    <a:bodyPr/>
                    <a:lstStyle/>
                    <a:p>
                      <a:pPr>
                        <a:buNone/>
                      </a:pPr>
                      <a:r>
                        <a:rPr lang="en-US" sz="1700"/>
                        <a:t>Uses session-RPE × duration, consistent with Foster-style training-load monitoring.</a:t>
                      </a:r>
                    </a:p>
                  </a:txBody>
                  <a:tcPr marL="87529" marR="87529" marT="43765" marB="43765" anchor="ctr"/>
                </a:tc>
                <a:tc>
                  <a:txBody>
                    <a:bodyPr/>
                    <a:lstStyle/>
                    <a:p>
                      <a:pPr>
                        <a:buNone/>
                      </a:pPr>
                      <a:r>
                        <a:rPr lang="en-US" sz="1700"/>
                        <a:t>Performance benchmark against standard subjective workload load.</a:t>
                      </a:r>
                    </a:p>
                  </a:txBody>
                  <a:tcPr marL="87529" marR="87529" marT="43765" marB="43765" anchor="ctr"/>
                </a:tc>
                <a:extLst>
                  <a:ext uri="{0D108BD9-81ED-4DB2-BD59-A6C34878D82A}">
                    <a16:rowId xmlns:a16="http://schemas.microsoft.com/office/drawing/2014/main" val="3978661144"/>
                  </a:ext>
                </a:extLst>
              </a:tr>
              <a:tr h="910303">
                <a:tc>
                  <a:txBody>
                    <a:bodyPr/>
                    <a:lstStyle/>
                    <a:p>
                      <a:pPr>
                        <a:buNone/>
                      </a:pPr>
                      <a:r>
                        <a:rPr lang="en-US" sz="1700"/>
                        <a:t>Combined personalized regression</a:t>
                      </a:r>
                    </a:p>
                  </a:txBody>
                  <a:tcPr marL="87529" marR="87529" marT="43765" marB="43765" anchor="ctr"/>
                </a:tc>
                <a:tc>
                  <a:txBody>
                    <a:bodyPr/>
                    <a:lstStyle/>
                    <a:p>
                      <a:pPr>
                        <a:buNone/>
                      </a:pPr>
                      <a:r>
                        <a:rPr lang="en-US" sz="1700"/>
                        <a:t>Primary Layer 2 model using objective load, self-report, and recovery context.</a:t>
                      </a:r>
                    </a:p>
                  </a:txBody>
                  <a:tcPr marL="87529" marR="87529" marT="43765" marB="43765" anchor="ctr"/>
                </a:tc>
                <a:tc>
                  <a:txBody>
                    <a:bodyPr/>
                    <a:lstStyle/>
                    <a:p>
                      <a:pPr>
                        <a:buNone/>
                      </a:pPr>
                      <a:r>
                        <a:rPr lang="en-US" sz="1700"/>
                        <a:t>Correlation, RMSE, MAE, Spearman/Pearson r, and improvement over baselines.</a:t>
                      </a:r>
                    </a:p>
                  </a:txBody>
                  <a:tcPr marL="87529" marR="87529" marT="43765" marB="43765" anchor="ctr"/>
                </a:tc>
                <a:extLst>
                  <a:ext uri="{0D108BD9-81ED-4DB2-BD59-A6C34878D82A}">
                    <a16:rowId xmlns:a16="http://schemas.microsoft.com/office/drawing/2014/main" val="3243807370"/>
                  </a:ext>
                </a:extLst>
              </a:tr>
              <a:tr h="647716">
                <a:tc>
                  <a:txBody>
                    <a:bodyPr/>
                    <a:lstStyle/>
                    <a:p>
                      <a:pPr>
                        <a:buNone/>
                      </a:pPr>
                      <a:r>
                        <a:rPr lang="en-US" sz="1700"/>
                        <a:t>No-QC ablation</a:t>
                      </a:r>
                    </a:p>
                  </a:txBody>
                  <a:tcPr marL="87529" marR="87529" marT="43765" marB="43765" anchor="ctr"/>
                </a:tc>
                <a:tc>
                  <a:txBody>
                    <a:bodyPr/>
                    <a:lstStyle/>
                    <a:p>
                      <a:pPr>
                        <a:buNone/>
                      </a:pPr>
                      <a:r>
                        <a:rPr lang="en-US" sz="1700"/>
                        <a:t>Tests whether including low-quality sessions harms prediction.</a:t>
                      </a:r>
                    </a:p>
                  </a:txBody>
                  <a:tcPr marL="87529" marR="87529" marT="43765" marB="43765" anchor="ctr"/>
                </a:tc>
                <a:tc>
                  <a:txBody>
                    <a:bodyPr/>
                    <a:lstStyle/>
                    <a:p>
                      <a:pPr>
                        <a:buNone/>
                      </a:pPr>
                      <a:r>
                        <a:rPr lang="en-US" sz="1700"/>
                        <a:t>Quantifies value of the quality-aware framework.</a:t>
                      </a:r>
                    </a:p>
                  </a:txBody>
                  <a:tcPr marL="87529" marR="87529" marT="43765" marB="43765" anchor="ctr"/>
                </a:tc>
                <a:extLst>
                  <a:ext uri="{0D108BD9-81ED-4DB2-BD59-A6C34878D82A}">
                    <a16:rowId xmlns:a16="http://schemas.microsoft.com/office/drawing/2014/main" val="1474195606"/>
                  </a:ext>
                </a:extLst>
              </a:tr>
            </a:tbl>
          </a:graphicData>
        </a:graphic>
      </p:graphicFrame>
    </p:spTree>
    <p:extLst>
      <p:ext uri="{BB962C8B-B14F-4D97-AF65-F5344CB8AC3E}">
        <p14:creationId xmlns:p14="http://schemas.microsoft.com/office/powerpoint/2010/main" val="4055779444"/>
      </p:ext>
    </p:extLst>
  </p:cSld>
  <p:clrMapOvr>
    <a:masterClrMapping/>
  </p:clrMapOvr>
  <p:transition>
    <p:fade/>
  </p:transition>
</p:sld>
</file>

<file path=ppt/theme/theme_0_917ECDFC.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E3230E1B.xml><?xml version="1.0" encoding="utf-8"?>
<a:theme xmlns:a="http://schemas.openxmlformats.org/drawingml/2006/main" name="Prep rally">
  <a:themeElements>
    <a:clrScheme name="Youth Brand 01">
      <a:dk1>
        <a:srgbClr val="000000"/>
      </a:dk1>
      <a:lt1>
        <a:srgbClr val="FFFFFF"/>
      </a:lt1>
      <a:dk2>
        <a:srgbClr val="0E2841"/>
      </a:dk2>
      <a:lt2>
        <a:srgbClr val="E8E8E8"/>
      </a:lt2>
      <a:accent1>
        <a:srgbClr val="FA9569"/>
      </a:accent1>
      <a:accent2>
        <a:srgbClr val="D3F579"/>
      </a:accent2>
      <a:accent3>
        <a:srgbClr val="86E0CE"/>
      </a:accent3>
      <a:accent4>
        <a:srgbClr val="97D8EE"/>
      </a:accent4>
      <a:accent5>
        <a:srgbClr val="8A78E3"/>
      </a:accent5>
      <a:accent6>
        <a:srgbClr val="BB93D6"/>
      </a:accent6>
      <a:hlink>
        <a:srgbClr val="467886"/>
      </a:hlink>
      <a:folHlink>
        <a:srgbClr val="96607D"/>
      </a:folHlink>
    </a:clrScheme>
    <a:fontScheme name="Custom 79">
      <a:majorFont>
        <a:latin typeface="Congenial"/>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p Rally_win32_Sher_V8" id="{DBFC7A91-5024-4F8E-B6A6-A3076AFB953E}" vid="{9D7D9582-BF10-4D2D-B8EB-51F0CC03DB0D}"/>
    </a:ext>
  </a:extLst>
</a:theme>
</file>

<file path=docProps/core.xml><?xml version="1.0" encoding="utf-8"?>
<cp:coreProperties xmlns:cp="http://schemas.openxmlformats.org/package/2006/metadata/core-properties" xmlns:dc="http://purl.org/dc/elements/1.1/" xmlns:dcterms="http://purl.org/dc/terms/" xmlns:xsi="http://www.w3.org/2001/XMLSchema-instance">
  <dc:creator>wangx@qti.qualcomm.com</dc:creator>
  <cp:lastModifiedBy>wangx@qti.qualcomm.com</cp:lastModifiedBy>
</cp:coreProperties>
</file>